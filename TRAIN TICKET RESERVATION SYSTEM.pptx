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59" r:id="rId6"/>
    <p:sldId id="266" r:id="rId7"/>
    <p:sldId id="260" r:id="rId8"/>
    <p:sldId id="261" r:id="rId9"/>
    <p:sldId id="262" r:id="rId10"/>
    <p:sldId id="264" r:id="rId11"/>
    <p:sldId id="265" r:id="rId12"/>
    <p:sldId id="267" r:id="rId13"/>
    <p:sldId id="272" r:id="rId14"/>
    <p:sldId id="273" r:id="rId15"/>
    <p:sldId id="268" r:id="rId16"/>
    <p:sldId id="269" r:id="rId17"/>
    <p:sldId id="275" r:id="rId18"/>
    <p:sldId id="270" r:id="rId19"/>
    <p:sldId id="274"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2F481D-84C6-4790-8B8D-3C598AF1419D}" v="33" dt="2025-11-30T06:41:20.1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7" autoAdjust="0"/>
    <p:restoredTop sz="94660"/>
  </p:normalViewPr>
  <p:slideViewPr>
    <p:cSldViewPr snapToGrid="0">
      <p:cViewPr>
        <p:scale>
          <a:sx n="58" d="100"/>
          <a:sy n="58" d="100"/>
        </p:scale>
        <p:origin x="79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yam Singh" userId="e79e9d9fa8286f86" providerId="LiveId" clId="{77C81C93-2EC9-4032-B439-DE39336C5A90}"/>
    <pc:docChg chg="undo custSel addSld delSld modSld sldOrd">
      <pc:chgData name="Satyam Singh" userId="e79e9d9fa8286f86" providerId="LiveId" clId="{77C81C93-2EC9-4032-B439-DE39336C5A90}" dt="2025-11-30T06:55:24.615" v="1935" actId="20577"/>
      <pc:docMkLst>
        <pc:docMk/>
      </pc:docMkLst>
      <pc:sldChg chg="modSp mod">
        <pc:chgData name="Satyam Singh" userId="e79e9d9fa8286f86" providerId="LiveId" clId="{77C81C93-2EC9-4032-B439-DE39336C5A90}" dt="2025-11-30T05:09:22.999" v="1912" actId="14100"/>
        <pc:sldMkLst>
          <pc:docMk/>
          <pc:sldMk cId="644687643" sldId="256"/>
        </pc:sldMkLst>
        <pc:picChg chg="mod">
          <ac:chgData name="Satyam Singh" userId="e79e9d9fa8286f86" providerId="LiveId" clId="{77C81C93-2EC9-4032-B439-DE39336C5A90}" dt="2025-11-30T05:09:22.999" v="1912" actId="14100"/>
          <ac:picMkLst>
            <pc:docMk/>
            <pc:sldMk cId="644687643" sldId="256"/>
            <ac:picMk id="6" creationId="{3BCD2DC3-EE8E-A2B3-5263-34727A1BDB3E}"/>
          </ac:picMkLst>
        </pc:picChg>
      </pc:sldChg>
      <pc:sldChg chg="addSp modSp mod">
        <pc:chgData name="Satyam Singh" userId="e79e9d9fa8286f86" providerId="LiveId" clId="{77C81C93-2EC9-4032-B439-DE39336C5A90}" dt="2025-11-30T06:55:24.615" v="1935" actId="20577"/>
        <pc:sldMkLst>
          <pc:docMk/>
          <pc:sldMk cId="1197324998" sldId="257"/>
        </pc:sldMkLst>
        <pc:spChg chg="mod">
          <ac:chgData name="Satyam Singh" userId="e79e9d9fa8286f86" providerId="LiveId" clId="{77C81C93-2EC9-4032-B439-DE39336C5A90}" dt="2025-11-29T13:36:07.782" v="285" actId="207"/>
          <ac:spMkLst>
            <pc:docMk/>
            <pc:sldMk cId="1197324998" sldId="257"/>
            <ac:spMk id="2" creationId="{34153BA2-D0DD-5C66-6EB5-89D8A1858310}"/>
          </ac:spMkLst>
        </pc:spChg>
        <pc:spChg chg="mod">
          <ac:chgData name="Satyam Singh" userId="e79e9d9fa8286f86" providerId="LiveId" clId="{77C81C93-2EC9-4032-B439-DE39336C5A90}" dt="2025-11-30T06:55:24.615" v="1935" actId="20577"/>
          <ac:spMkLst>
            <pc:docMk/>
            <pc:sldMk cId="1197324998" sldId="257"/>
            <ac:spMk id="3" creationId="{E2C92CB2-886C-7D38-7AA7-F587198536DC}"/>
          </ac:spMkLst>
        </pc:spChg>
        <pc:picChg chg="add mod">
          <ac:chgData name="Satyam Singh" userId="e79e9d9fa8286f86" providerId="LiveId" clId="{77C81C93-2EC9-4032-B439-DE39336C5A90}" dt="2025-11-29T13:45:27.522" v="305" actId="14100"/>
          <ac:picMkLst>
            <pc:docMk/>
            <pc:sldMk cId="1197324998" sldId="257"/>
            <ac:picMk id="5" creationId="{10C152D3-3076-4610-2465-C3F9A01E8BD9}"/>
          </ac:picMkLst>
        </pc:picChg>
      </pc:sldChg>
      <pc:sldChg chg="modSp mod">
        <pc:chgData name="Satyam Singh" userId="e79e9d9fa8286f86" providerId="LiveId" clId="{77C81C93-2EC9-4032-B439-DE39336C5A90}" dt="2025-11-29T13:36:19.390" v="286" actId="207"/>
        <pc:sldMkLst>
          <pc:docMk/>
          <pc:sldMk cId="3442846946" sldId="258"/>
        </pc:sldMkLst>
        <pc:spChg chg="mod">
          <ac:chgData name="Satyam Singh" userId="e79e9d9fa8286f86" providerId="LiveId" clId="{77C81C93-2EC9-4032-B439-DE39336C5A90}" dt="2025-11-29T13:36:19.390" v="286" actId="207"/>
          <ac:spMkLst>
            <pc:docMk/>
            <pc:sldMk cId="3442846946" sldId="258"/>
            <ac:spMk id="2" creationId="{B55E2E99-43F3-AD27-C983-C9A52F75E212}"/>
          </ac:spMkLst>
        </pc:spChg>
      </pc:sldChg>
      <pc:sldChg chg="modSp mod">
        <pc:chgData name="Satyam Singh" userId="e79e9d9fa8286f86" providerId="LiveId" clId="{77C81C93-2EC9-4032-B439-DE39336C5A90}" dt="2025-11-29T13:36:30.352" v="287" actId="207"/>
        <pc:sldMkLst>
          <pc:docMk/>
          <pc:sldMk cId="999489790" sldId="259"/>
        </pc:sldMkLst>
        <pc:spChg chg="mod">
          <ac:chgData name="Satyam Singh" userId="e79e9d9fa8286f86" providerId="LiveId" clId="{77C81C93-2EC9-4032-B439-DE39336C5A90}" dt="2025-11-29T13:36:30.352" v="287" actId="207"/>
          <ac:spMkLst>
            <pc:docMk/>
            <pc:sldMk cId="999489790" sldId="259"/>
            <ac:spMk id="2" creationId="{00F011CB-A064-2373-74F8-D838B5C642AB}"/>
          </ac:spMkLst>
        </pc:spChg>
      </pc:sldChg>
      <pc:sldChg chg="modSp mod">
        <pc:chgData name="Satyam Singh" userId="e79e9d9fa8286f86" providerId="LiveId" clId="{77C81C93-2EC9-4032-B439-DE39336C5A90}" dt="2025-11-29T13:36:44.683" v="289" actId="207"/>
        <pc:sldMkLst>
          <pc:docMk/>
          <pc:sldMk cId="4036469847" sldId="260"/>
        </pc:sldMkLst>
        <pc:spChg chg="mod">
          <ac:chgData name="Satyam Singh" userId="e79e9d9fa8286f86" providerId="LiveId" clId="{77C81C93-2EC9-4032-B439-DE39336C5A90}" dt="2025-11-29T13:36:44.683" v="289" actId="207"/>
          <ac:spMkLst>
            <pc:docMk/>
            <pc:sldMk cId="4036469847" sldId="260"/>
            <ac:spMk id="2" creationId="{3AA01632-75A8-6BEA-962C-F9B7A9936B91}"/>
          </ac:spMkLst>
        </pc:spChg>
      </pc:sldChg>
      <pc:sldChg chg="modSp mod">
        <pc:chgData name="Satyam Singh" userId="e79e9d9fa8286f86" providerId="LiveId" clId="{77C81C93-2EC9-4032-B439-DE39336C5A90}" dt="2025-11-29T18:34:35.757" v="1882" actId="20577"/>
        <pc:sldMkLst>
          <pc:docMk/>
          <pc:sldMk cId="842554404" sldId="261"/>
        </pc:sldMkLst>
        <pc:spChg chg="mod">
          <ac:chgData name="Satyam Singh" userId="e79e9d9fa8286f86" providerId="LiveId" clId="{77C81C93-2EC9-4032-B439-DE39336C5A90}" dt="2025-11-29T13:36:54.761" v="291" actId="207"/>
          <ac:spMkLst>
            <pc:docMk/>
            <pc:sldMk cId="842554404" sldId="261"/>
            <ac:spMk id="2" creationId="{889BEED7-5742-FA4E-621C-414D8AE87A41}"/>
          </ac:spMkLst>
        </pc:spChg>
        <pc:spChg chg="mod">
          <ac:chgData name="Satyam Singh" userId="e79e9d9fa8286f86" providerId="LiveId" clId="{77C81C93-2EC9-4032-B439-DE39336C5A90}" dt="2025-11-29T18:34:35.757" v="1882" actId="20577"/>
          <ac:spMkLst>
            <pc:docMk/>
            <pc:sldMk cId="842554404" sldId="261"/>
            <ac:spMk id="3" creationId="{5B4498F9-08FD-3E83-8FBB-0F8EF28ED502}"/>
          </ac:spMkLst>
        </pc:spChg>
      </pc:sldChg>
      <pc:sldChg chg="modSp mod">
        <pc:chgData name="Satyam Singh" userId="e79e9d9fa8286f86" providerId="LiveId" clId="{77C81C93-2EC9-4032-B439-DE39336C5A90}" dt="2025-11-29T18:34:55.713" v="1887" actId="20577"/>
        <pc:sldMkLst>
          <pc:docMk/>
          <pc:sldMk cId="1081573687" sldId="262"/>
        </pc:sldMkLst>
        <pc:spChg chg="mod">
          <ac:chgData name="Satyam Singh" userId="e79e9d9fa8286f86" providerId="LiveId" clId="{77C81C93-2EC9-4032-B439-DE39336C5A90}" dt="2025-11-29T18:34:55.713" v="1887" actId="20577"/>
          <ac:spMkLst>
            <pc:docMk/>
            <pc:sldMk cId="1081573687" sldId="262"/>
            <ac:spMk id="3" creationId="{F7A67ED4-DD8F-E974-9A8F-D32B4E77DF6B}"/>
          </ac:spMkLst>
        </pc:spChg>
      </pc:sldChg>
      <pc:sldChg chg="modSp mod">
        <pc:chgData name="Satyam Singh" userId="e79e9d9fa8286f86" providerId="LiveId" clId="{77C81C93-2EC9-4032-B439-DE39336C5A90}" dt="2025-11-29T18:35:04.183" v="1891" actId="20577"/>
        <pc:sldMkLst>
          <pc:docMk/>
          <pc:sldMk cId="1413939568" sldId="264"/>
        </pc:sldMkLst>
        <pc:spChg chg="mod">
          <ac:chgData name="Satyam Singh" userId="e79e9d9fa8286f86" providerId="LiveId" clId="{77C81C93-2EC9-4032-B439-DE39336C5A90}" dt="2025-11-29T18:35:04.183" v="1891" actId="20577"/>
          <ac:spMkLst>
            <pc:docMk/>
            <pc:sldMk cId="1413939568" sldId="264"/>
            <ac:spMk id="2" creationId="{AA05803C-67B2-FBA5-D323-99E64FA78CD0}"/>
          </ac:spMkLst>
        </pc:spChg>
      </pc:sldChg>
      <pc:sldChg chg="addSp delSp modSp mod">
        <pc:chgData name="Satyam Singh" userId="e79e9d9fa8286f86" providerId="LiveId" clId="{77C81C93-2EC9-4032-B439-DE39336C5A90}" dt="2025-11-30T06:41:47.671" v="1922" actId="14100"/>
        <pc:sldMkLst>
          <pc:docMk/>
          <pc:sldMk cId="983779024" sldId="266"/>
        </pc:sldMkLst>
        <pc:spChg chg="mod">
          <ac:chgData name="Satyam Singh" userId="e79e9d9fa8286f86" providerId="LiveId" clId="{77C81C93-2EC9-4032-B439-DE39336C5A90}" dt="2025-11-29T13:36:38.570" v="288" actId="207"/>
          <ac:spMkLst>
            <pc:docMk/>
            <pc:sldMk cId="983779024" sldId="266"/>
            <ac:spMk id="2" creationId="{FFDB74B0-8A74-9ECF-2977-257266BCF881}"/>
          </ac:spMkLst>
        </pc:spChg>
        <pc:spChg chg="add del">
          <ac:chgData name="Satyam Singh" userId="e79e9d9fa8286f86" providerId="LiveId" clId="{77C81C93-2EC9-4032-B439-DE39336C5A90}" dt="2025-11-29T18:43:12.289" v="1907" actId="478"/>
          <ac:spMkLst>
            <pc:docMk/>
            <pc:sldMk cId="983779024" sldId="266"/>
            <ac:spMk id="4" creationId="{4E74DAF9-A408-BDB4-C2F5-0FF12FADDBF5}"/>
          </ac:spMkLst>
        </pc:spChg>
        <pc:spChg chg="add del mod">
          <ac:chgData name="Satyam Singh" userId="e79e9d9fa8286f86" providerId="LiveId" clId="{77C81C93-2EC9-4032-B439-DE39336C5A90}" dt="2025-11-29T18:43:18.227" v="1910" actId="478"/>
          <ac:spMkLst>
            <pc:docMk/>
            <pc:sldMk cId="983779024" sldId="266"/>
            <ac:spMk id="5" creationId="{14DEF9DA-6C69-B50A-574B-23362AD720AB}"/>
          </ac:spMkLst>
        </pc:spChg>
        <pc:spChg chg="add del mod">
          <ac:chgData name="Satyam Singh" userId="e79e9d9fa8286f86" providerId="LiveId" clId="{77C81C93-2EC9-4032-B439-DE39336C5A90}" dt="2025-11-29T18:43:09.829" v="1906" actId="478"/>
          <ac:spMkLst>
            <pc:docMk/>
            <pc:sldMk cId="983779024" sldId="266"/>
            <ac:spMk id="8" creationId="{C0B7BAEC-9938-CA33-4E9C-410DE152EBC5}"/>
          </ac:spMkLst>
        </pc:spChg>
        <pc:spChg chg="add del mod">
          <ac:chgData name="Satyam Singh" userId="e79e9d9fa8286f86" providerId="LiveId" clId="{77C81C93-2EC9-4032-B439-DE39336C5A90}" dt="2025-11-29T18:43:08.655" v="1905" actId="478"/>
          <ac:spMkLst>
            <pc:docMk/>
            <pc:sldMk cId="983779024" sldId="266"/>
            <ac:spMk id="9" creationId="{FE36ED56-A6D7-6BD7-4514-A9D5ED469892}"/>
          </ac:spMkLst>
        </pc:spChg>
        <pc:picChg chg="add mod">
          <ac:chgData name="Satyam Singh" userId="e79e9d9fa8286f86" providerId="LiveId" clId="{77C81C93-2EC9-4032-B439-DE39336C5A90}" dt="2025-11-30T06:41:47.671" v="1922" actId="14100"/>
          <ac:picMkLst>
            <pc:docMk/>
            <pc:sldMk cId="983779024" sldId="266"/>
            <ac:picMk id="5" creationId="{C30B174C-C55A-7B6F-29BC-CF09D1500EA1}"/>
          </ac:picMkLst>
        </pc:picChg>
        <pc:cxnChg chg="add del mod">
          <ac:chgData name="Satyam Singh" userId="e79e9d9fa8286f86" providerId="LiveId" clId="{77C81C93-2EC9-4032-B439-DE39336C5A90}" dt="2025-11-29T18:43:13.805" v="1908" actId="478"/>
          <ac:cxnSpMkLst>
            <pc:docMk/>
            <pc:sldMk cId="983779024" sldId="266"/>
            <ac:cxnSpMk id="7" creationId="{0AB900BD-2D7E-D139-28AB-BA1D5D3E77E1}"/>
          </ac:cxnSpMkLst>
        </pc:cxnChg>
      </pc:sldChg>
      <pc:sldChg chg="modSp mod">
        <pc:chgData name="Satyam Singh" userId="e79e9d9fa8286f86" providerId="LiveId" clId="{77C81C93-2EC9-4032-B439-DE39336C5A90}" dt="2025-11-29T18:35:13.819" v="1895" actId="20577"/>
        <pc:sldMkLst>
          <pc:docMk/>
          <pc:sldMk cId="2588516524" sldId="267"/>
        </pc:sldMkLst>
        <pc:spChg chg="mod">
          <ac:chgData name="Satyam Singh" userId="e79e9d9fa8286f86" providerId="LiveId" clId="{77C81C93-2EC9-4032-B439-DE39336C5A90}" dt="2025-11-29T18:35:13.819" v="1895" actId="20577"/>
          <ac:spMkLst>
            <pc:docMk/>
            <pc:sldMk cId="2588516524" sldId="267"/>
            <ac:spMk id="2" creationId="{7FE1E4B7-0213-7294-2DEC-A76170CB6D98}"/>
          </ac:spMkLst>
        </pc:spChg>
      </pc:sldChg>
      <pc:sldChg chg="modSp mod">
        <pc:chgData name="Satyam Singh" userId="e79e9d9fa8286f86" providerId="LiveId" clId="{77C81C93-2EC9-4032-B439-DE39336C5A90}" dt="2025-11-29T13:37:53.052" v="297" actId="207"/>
        <pc:sldMkLst>
          <pc:docMk/>
          <pc:sldMk cId="5698627" sldId="268"/>
        </pc:sldMkLst>
        <pc:spChg chg="mod">
          <ac:chgData name="Satyam Singh" userId="e79e9d9fa8286f86" providerId="LiveId" clId="{77C81C93-2EC9-4032-B439-DE39336C5A90}" dt="2025-11-29T13:37:53.052" v="297" actId="207"/>
          <ac:spMkLst>
            <pc:docMk/>
            <pc:sldMk cId="5698627" sldId="268"/>
            <ac:spMk id="2" creationId="{F96EB1CA-455F-B87E-CD63-857550C562E7}"/>
          </ac:spMkLst>
        </pc:spChg>
      </pc:sldChg>
      <pc:sldChg chg="addSp delSp modSp add del mod">
        <pc:chgData name="Satyam Singh" userId="e79e9d9fa8286f86" providerId="LiveId" clId="{77C81C93-2EC9-4032-B439-DE39336C5A90}" dt="2025-11-29T14:19:00.632" v="1853" actId="14100"/>
        <pc:sldMkLst>
          <pc:docMk/>
          <pc:sldMk cId="2227882351" sldId="269"/>
        </pc:sldMkLst>
        <pc:spChg chg="mod">
          <ac:chgData name="Satyam Singh" userId="e79e9d9fa8286f86" providerId="LiveId" clId="{77C81C93-2EC9-4032-B439-DE39336C5A90}" dt="2025-11-29T13:38:02.815" v="298" actId="207"/>
          <ac:spMkLst>
            <pc:docMk/>
            <pc:sldMk cId="2227882351" sldId="269"/>
            <ac:spMk id="2" creationId="{65833447-16E6-F36C-1500-539EF2DD614B}"/>
          </ac:spMkLst>
        </pc:spChg>
        <pc:spChg chg="add del mod">
          <ac:chgData name="Satyam Singh" userId="e79e9d9fa8286f86" providerId="LiveId" clId="{77C81C93-2EC9-4032-B439-DE39336C5A90}" dt="2025-11-29T13:58:23.769" v="924" actId="478"/>
          <ac:spMkLst>
            <pc:docMk/>
            <pc:sldMk cId="2227882351" sldId="269"/>
            <ac:spMk id="4" creationId="{7B1EBC69-140D-FE92-C0CA-8657D6C22AB7}"/>
          </ac:spMkLst>
        </pc:spChg>
        <pc:spChg chg="add del">
          <ac:chgData name="Satyam Singh" userId="e79e9d9fa8286f86" providerId="LiveId" clId="{77C81C93-2EC9-4032-B439-DE39336C5A90}" dt="2025-11-29T14:02:41.720" v="1715" actId="478"/>
          <ac:spMkLst>
            <pc:docMk/>
            <pc:sldMk cId="2227882351" sldId="269"/>
            <ac:spMk id="9" creationId="{EEAE30BA-E61A-3E9E-68C1-FFF2C4013ED1}"/>
          </ac:spMkLst>
        </pc:spChg>
        <pc:spChg chg="add del mod">
          <ac:chgData name="Satyam Singh" userId="e79e9d9fa8286f86" providerId="LiveId" clId="{77C81C93-2EC9-4032-B439-DE39336C5A90}" dt="2025-11-29T14:02:39.735" v="1714" actId="478"/>
          <ac:spMkLst>
            <pc:docMk/>
            <pc:sldMk cId="2227882351" sldId="269"/>
            <ac:spMk id="10" creationId="{709C78A9-2944-D17A-98D5-0093CF65D6F5}"/>
          </ac:spMkLst>
        </pc:spChg>
        <pc:spChg chg="add del mod">
          <ac:chgData name="Satyam Singh" userId="e79e9d9fa8286f86" providerId="LiveId" clId="{77C81C93-2EC9-4032-B439-DE39336C5A90}" dt="2025-11-29T14:13:10.683" v="1830" actId="478"/>
          <ac:spMkLst>
            <pc:docMk/>
            <pc:sldMk cId="2227882351" sldId="269"/>
            <ac:spMk id="16" creationId="{981577A3-7133-AA85-2EAD-AFFDDF0430C6}"/>
          </ac:spMkLst>
        </pc:spChg>
        <pc:picChg chg="add del mod">
          <ac:chgData name="Satyam Singh" userId="e79e9d9fa8286f86" providerId="LiveId" clId="{77C81C93-2EC9-4032-B439-DE39336C5A90}" dt="2025-11-29T13:46:11.461" v="312" actId="478"/>
          <ac:picMkLst>
            <pc:docMk/>
            <pc:sldMk cId="2227882351" sldId="269"/>
            <ac:picMk id="4" creationId="{DCA6D0A9-4D04-0092-A2C2-57CBE0674CC5}"/>
          </ac:picMkLst>
        </pc:picChg>
        <pc:picChg chg="add del mod">
          <ac:chgData name="Satyam Singh" userId="e79e9d9fa8286f86" providerId="LiveId" clId="{77C81C93-2EC9-4032-B439-DE39336C5A90}" dt="2025-11-29T13:46:14.286" v="313" actId="478"/>
          <ac:picMkLst>
            <pc:docMk/>
            <pc:sldMk cId="2227882351" sldId="269"/>
            <ac:picMk id="6" creationId="{337FC278-22C1-51A7-89FF-20594B6AE85F}"/>
          </ac:picMkLst>
        </pc:picChg>
        <pc:picChg chg="add del mod">
          <ac:chgData name="Satyam Singh" userId="e79e9d9fa8286f86" providerId="LiveId" clId="{77C81C93-2EC9-4032-B439-DE39336C5A90}" dt="2025-11-29T13:59:47.432" v="938" actId="478"/>
          <ac:picMkLst>
            <pc:docMk/>
            <pc:sldMk cId="2227882351" sldId="269"/>
            <ac:picMk id="6" creationId="{ABC17CFC-B7A8-A060-D339-49E556328FAA}"/>
          </ac:picMkLst>
        </pc:picChg>
        <pc:picChg chg="add del mod">
          <ac:chgData name="Satyam Singh" userId="e79e9d9fa8286f86" providerId="LiveId" clId="{77C81C93-2EC9-4032-B439-DE39336C5A90}" dt="2025-11-29T13:59:49.283" v="939" actId="478"/>
          <ac:picMkLst>
            <pc:docMk/>
            <pc:sldMk cId="2227882351" sldId="269"/>
            <ac:picMk id="8" creationId="{FF30DAF8-935B-58C9-F496-3237C4151611}"/>
          </ac:picMkLst>
        </pc:picChg>
        <pc:picChg chg="add del mod">
          <ac:chgData name="Satyam Singh" userId="e79e9d9fa8286f86" providerId="LiveId" clId="{77C81C93-2EC9-4032-B439-DE39336C5A90}" dt="2025-11-29T14:05:19.520" v="1750" actId="478"/>
          <ac:picMkLst>
            <pc:docMk/>
            <pc:sldMk cId="2227882351" sldId="269"/>
            <ac:picMk id="12" creationId="{CBAA41BD-E2AC-BCBA-3930-ADFCF31A1190}"/>
          </ac:picMkLst>
        </pc:picChg>
        <pc:picChg chg="add del mod">
          <ac:chgData name="Satyam Singh" userId="e79e9d9fa8286f86" providerId="LiveId" clId="{77C81C93-2EC9-4032-B439-DE39336C5A90}" dt="2025-11-29T14:05:18.142" v="1749" actId="478"/>
          <ac:picMkLst>
            <pc:docMk/>
            <pc:sldMk cId="2227882351" sldId="269"/>
            <ac:picMk id="14" creationId="{F4BCFF59-CAC2-C255-B528-D2EF4A5CA04F}"/>
          </ac:picMkLst>
        </pc:picChg>
        <pc:picChg chg="add mod">
          <ac:chgData name="Satyam Singh" userId="e79e9d9fa8286f86" providerId="LiveId" clId="{77C81C93-2EC9-4032-B439-DE39336C5A90}" dt="2025-11-29T14:19:00.632" v="1853" actId="14100"/>
          <ac:picMkLst>
            <pc:docMk/>
            <pc:sldMk cId="2227882351" sldId="269"/>
            <ac:picMk id="18" creationId="{5B27636C-FCF4-9867-52B7-4FC859BFDE69}"/>
          </ac:picMkLst>
        </pc:picChg>
      </pc:sldChg>
      <pc:sldChg chg="addSp delSp modSp new mod">
        <pc:chgData name="Satyam Singh" userId="e79e9d9fa8286f86" providerId="LiveId" clId="{77C81C93-2EC9-4032-B439-DE39336C5A90}" dt="2025-11-29T14:15:45.653" v="1846" actId="14100"/>
        <pc:sldMkLst>
          <pc:docMk/>
          <pc:sldMk cId="3529683848" sldId="270"/>
        </pc:sldMkLst>
        <pc:spChg chg="mod">
          <ac:chgData name="Satyam Singh" userId="e79e9d9fa8286f86" providerId="LiveId" clId="{77C81C93-2EC9-4032-B439-DE39336C5A90}" dt="2025-11-29T13:38:11.337" v="299" actId="207"/>
          <ac:spMkLst>
            <pc:docMk/>
            <pc:sldMk cId="3529683848" sldId="270"/>
            <ac:spMk id="2" creationId="{F2C29CE6-1B51-DA9C-22D4-E6B83BE4237F}"/>
          </ac:spMkLst>
        </pc:spChg>
        <pc:picChg chg="add del mod">
          <ac:chgData name="Satyam Singh" userId="e79e9d9fa8286f86" providerId="LiveId" clId="{77C81C93-2EC9-4032-B439-DE39336C5A90}" dt="2025-11-29T14:05:26.985" v="1751" actId="478"/>
          <ac:picMkLst>
            <pc:docMk/>
            <pc:sldMk cId="3529683848" sldId="270"/>
            <ac:picMk id="4" creationId="{949E9FAB-730E-9B76-004A-84AD0C1B880F}"/>
          </ac:picMkLst>
        </pc:picChg>
        <pc:picChg chg="add del mod">
          <ac:chgData name="Satyam Singh" userId="e79e9d9fa8286f86" providerId="LiveId" clId="{77C81C93-2EC9-4032-B439-DE39336C5A90}" dt="2025-11-29T13:46:20.081" v="314" actId="478"/>
          <ac:picMkLst>
            <pc:docMk/>
            <pc:sldMk cId="3529683848" sldId="270"/>
            <ac:picMk id="4" creationId="{9739B2FD-5D80-2F0E-852A-90A66D7F2FDC}"/>
          </ac:picMkLst>
        </pc:picChg>
        <pc:picChg chg="add del mod">
          <ac:chgData name="Satyam Singh" userId="e79e9d9fa8286f86" providerId="LiveId" clId="{77C81C93-2EC9-4032-B439-DE39336C5A90}" dt="2025-11-29T14:04:49.997" v="1745" actId="478"/>
          <ac:picMkLst>
            <pc:docMk/>
            <pc:sldMk cId="3529683848" sldId="270"/>
            <ac:picMk id="6" creationId="{385FD4F1-BC25-4D78-A10C-22406F1123C5}"/>
          </ac:picMkLst>
        </pc:picChg>
        <pc:picChg chg="add del mod">
          <ac:chgData name="Satyam Singh" userId="e79e9d9fa8286f86" providerId="LiveId" clId="{77C81C93-2EC9-4032-B439-DE39336C5A90}" dt="2025-11-29T13:46:22.073" v="315" actId="478"/>
          <ac:picMkLst>
            <pc:docMk/>
            <pc:sldMk cId="3529683848" sldId="270"/>
            <ac:picMk id="6" creationId="{3FCA00F7-63C8-8A3C-F5FB-F9B325E37325}"/>
          </ac:picMkLst>
        </pc:picChg>
        <pc:picChg chg="add mod">
          <ac:chgData name="Satyam Singh" userId="e79e9d9fa8286f86" providerId="LiveId" clId="{77C81C93-2EC9-4032-B439-DE39336C5A90}" dt="2025-11-29T14:15:45.653" v="1846" actId="14100"/>
          <ac:picMkLst>
            <pc:docMk/>
            <pc:sldMk cId="3529683848" sldId="270"/>
            <ac:picMk id="8" creationId="{120899A7-E539-154F-1113-B3F544B54CED}"/>
          </ac:picMkLst>
        </pc:picChg>
      </pc:sldChg>
      <pc:sldChg chg="addSp delSp modSp new mod">
        <pc:chgData name="Satyam Singh" userId="e79e9d9fa8286f86" providerId="LiveId" clId="{77C81C93-2EC9-4032-B439-DE39336C5A90}" dt="2025-11-29T14:13:25.222" v="1834" actId="14100"/>
        <pc:sldMkLst>
          <pc:docMk/>
          <pc:sldMk cId="3733828178" sldId="271"/>
        </pc:sldMkLst>
        <pc:spChg chg="mod">
          <ac:chgData name="Satyam Singh" userId="e79e9d9fa8286f86" providerId="LiveId" clId="{77C81C93-2EC9-4032-B439-DE39336C5A90}" dt="2025-11-29T13:38:17.435" v="300" actId="207"/>
          <ac:spMkLst>
            <pc:docMk/>
            <pc:sldMk cId="3733828178" sldId="271"/>
            <ac:spMk id="2" creationId="{D2F3DDC2-8A6D-41BD-011C-AD1082480361}"/>
          </ac:spMkLst>
        </pc:spChg>
        <pc:picChg chg="add del mod">
          <ac:chgData name="Satyam Singh" userId="e79e9d9fa8286f86" providerId="LiveId" clId="{77C81C93-2EC9-4032-B439-DE39336C5A90}" dt="2025-11-29T14:03:59.787" v="1730" actId="478"/>
          <ac:picMkLst>
            <pc:docMk/>
            <pc:sldMk cId="3733828178" sldId="271"/>
            <ac:picMk id="4" creationId="{6607D9A5-3AF6-D909-040D-1446FEE7AEF8}"/>
          </ac:picMkLst>
        </pc:picChg>
        <pc:picChg chg="add mod">
          <ac:chgData name="Satyam Singh" userId="e79e9d9fa8286f86" providerId="LiveId" clId="{77C81C93-2EC9-4032-B439-DE39336C5A90}" dt="2025-11-29T14:13:25.222" v="1834" actId="14100"/>
          <ac:picMkLst>
            <pc:docMk/>
            <pc:sldMk cId="3733828178" sldId="271"/>
            <ac:picMk id="5" creationId="{A665F424-8A30-70D7-68B3-4F4E71EB38E5}"/>
          </ac:picMkLst>
        </pc:picChg>
        <pc:picChg chg="add del mod">
          <ac:chgData name="Satyam Singh" userId="e79e9d9fa8286f86" providerId="LiveId" clId="{77C81C93-2EC9-4032-B439-DE39336C5A90}" dt="2025-11-29T13:38:28.455" v="301" actId="478"/>
          <ac:picMkLst>
            <pc:docMk/>
            <pc:sldMk cId="3733828178" sldId="271"/>
            <ac:picMk id="6" creationId="{896BFC59-C460-9C1D-2C61-C18FF2B64CE3}"/>
          </ac:picMkLst>
        </pc:picChg>
      </pc:sldChg>
      <pc:sldChg chg="addSp modSp new mod">
        <pc:chgData name="Satyam Singh" userId="e79e9d9fa8286f86" providerId="LiveId" clId="{77C81C93-2EC9-4032-B439-DE39336C5A90}" dt="2025-11-29T13:37:15.752" v="293" actId="207"/>
        <pc:sldMkLst>
          <pc:docMk/>
          <pc:sldMk cId="734395727" sldId="272"/>
        </pc:sldMkLst>
        <pc:spChg chg="mod">
          <ac:chgData name="Satyam Singh" userId="e79e9d9fa8286f86" providerId="LiveId" clId="{77C81C93-2EC9-4032-B439-DE39336C5A90}" dt="2025-11-29T13:37:15.752" v="293" actId="207"/>
          <ac:spMkLst>
            <pc:docMk/>
            <pc:sldMk cId="734395727" sldId="272"/>
            <ac:spMk id="2" creationId="{F612210C-9DC6-6896-7D2F-E64EFAF12984}"/>
          </ac:spMkLst>
        </pc:spChg>
        <pc:picChg chg="add mod">
          <ac:chgData name="Satyam Singh" userId="e79e9d9fa8286f86" providerId="LiveId" clId="{77C81C93-2EC9-4032-B439-DE39336C5A90}" dt="2025-11-26T11:03:22.286" v="139" actId="1076"/>
          <ac:picMkLst>
            <pc:docMk/>
            <pc:sldMk cId="734395727" sldId="272"/>
            <ac:picMk id="4" creationId="{BB911D15-F2AB-A39A-7046-85C20632EE0C}"/>
          </ac:picMkLst>
        </pc:picChg>
        <pc:picChg chg="add mod">
          <ac:chgData name="Satyam Singh" userId="e79e9d9fa8286f86" providerId="LiveId" clId="{77C81C93-2EC9-4032-B439-DE39336C5A90}" dt="2025-11-26T11:03:44.528" v="142" actId="1076"/>
          <ac:picMkLst>
            <pc:docMk/>
            <pc:sldMk cId="734395727" sldId="272"/>
            <ac:picMk id="6" creationId="{A3E4F943-A715-DE2D-D6A5-D13C1A5E6A2F}"/>
          </ac:picMkLst>
        </pc:picChg>
      </pc:sldChg>
      <pc:sldChg chg="addSp modSp new mod">
        <pc:chgData name="Satyam Singh" userId="e79e9d9fa8286f86" providerId="LiveId" clId="{77C81C93-2EC9-4032-B439-DE39336C5A90}" dt="2025-11-29T13:37:31.779" v="294" actId="207"/>
        <pc:sldMkLst>
          <pc:docMk/>
          <pc:sldMk cId="580041156" sldId="273"/>
        </pc:sldMkLst>
        <pc:spChg chg="mod">
          <ac:chgData name="Satyam Singh" userId="e79e9d9fa8286f86" providerId="LiveId" clId="{77C81C93-2EC9-4032-B439-DE39336C5A90}" dt="2025-11-29T13:37:31.779" v="294" actId="207"/>
          <ac:spMkLst>
            <pc:docMk/>
            <pc:sldMk cId="580041156" sldId="273"/>
            <ac:spMk id="2" creationId="{033BE46A-BD92-B15C-9ED3-2D8D16664AC8}"/>
          </ac:spMkLst>
        </pc:spChg>
        <pc:picChg chg="add mod">
          <ac:chgData name="Satyam Singh" userId="e79e9d9fa8286f86" providerId="LiveId" clId="{77C81C93-2EC9-4032-B439-DE39336C5A90}" dt="2025-11-26T11:04:48.738" v="175" actId="1076"/>
          <ac:picMkLst>
            <pc:docMk/>
            <pc:sldMk cId="580041156" sldId="273"/>
            <ac:picMk id="4" creationId="{AA5B569C-1B5C-AB7E-4279-87D0A11F2EDD}"/>
          </ac:picMkLst>
        </pc:picChg>
      </pc:sldChg>
      <pc:sldChg chg="addSp modSp new mod">
        <pc:chgData name="Satyam Singh" userId="e79e9d9fa8286f86" providerId="LiveId" clId="{77C81C93-2EC9-4032-B439-DE39336C5A90}" dt="2025-11-29T14:14:37.260" v="1840" actId="14100"/>
        <pc:sldMkLst>
          <pc:docMk/>
          <pc:sldMk cId="3160850070" sldId="274"/>
        </pc:sldMkLst>
        <pc:spChg chg="mod">
          <ac:chgData name="Satyam Singh" userId="e79e9d9fa8286f86" providerId="LiveId" clId="{77C81C93-2EC9-4032-B439-DE39336C5A90}" dt="2025-11-29T14:14:29.783" v="1838" actId="1076"/>
          <ac:spMkLst>
            <pc:docMk/>
            <pc:sldMk cId="3160850070" sldId="274"/>
            <ac:spMk id="2" creationId="{473B3F97-F094-707F-1D82-12CA2972BDC3}"/>
          </ac:spMkLst>
        </pc:spChg>
        <pc:picChg chg="add mod">
          <ac:chgData name="Satyam Singh" userId="e79e9d9fa8286f86" providerId="LiveId" clId="{77C81C93-2EC9-4032-B439-DE39336C5A90}" dt="2025-11-29T14:14:37.260" v="1840" actId="14100"/>
          <ac:picMkLst>
            <pc:docMk/>
            <pc:sldMk cId="3160850070" sldId="274"/>
            <ac:picMk id="4" creationId="{9D598FD2-B7F4-BBE0-BD11-18D7E03419D9}"/>
          </ac:picMkLst>
        </pc:picChg>
      </pc:sldChg>
      <pc:sldChg chg="new del">
        <pc:chgData name="Satyam Singh" userId="e79e9d9fa8286f86" providerId="LiveId" clId="{77C81C93-2EC9-4032-B439-DE39336C5A90}" dt="2025-11-29T13:59:55.452" v="941" actId="680"/>
        <pc:sldMkLst>
          <pc:docMk/>
          <pc:sldMk cId="3930175063" sldId="274"/>
        </pc:sldMkLst>
      </pc:sldChg>
      <pc:sldChg chg="addSp modSp new mod ord">
        <pc:chgData name="Satyam Singh" userId="e79e9d9fa8286f86" providerId="LiveId" clId="{77C81C93-2EC9-4032-B439-DE39336C5A90}" dt="2025-11-29T14:20:26.831" v="1874"/>
        <pc:sldMkLst>
          <pc:docMk/>
          <pc:sldMk cId="2627908146" sldId="275"/>
        </pc:sldMkLst>
        <pc:spChg chg="mod">
          <ac:chgData name="Satyam Singh" userId="e79e9d9fa8286f86" providerId="LiveId" clId="{77C81C93-2EC9-4032-B439-DE39336C5A90}" dt="2025-11-29T14:19:33.882" v="1864" actId="20577"/>
          <ac:spMkLst>
            <pc:docMk/>
            <pc:sldMk cId="2627908146" sldId="275"/>
            <ac:spMk id="2" creationId="{B730D51E-E4C2-1920-E508-16D07C969F92}"/>
          </ac:spMkLst>
        </pc:spChg>
        <pc:picChg chg="add mod">
          <ac:chgData name="Satyam Singh" userId="e79e9d9fa8286f86" providerId="LiveId" clId="{77C81C93-2EC9-4032-B439-DE39336C5A90}" dt="2025-11-29T14:20:03.271" v="1872" actId="14100"/>
          <ac:picMkLst>
            <pc:docMk/>
            <pc:sldMk cId="2627908146" sldId="275"/>
            <ac:picMk id="4" creationId="{964A5C55-C617-38F7-881B-1FADDD7D2EB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B5A2-FE46-A1DF-DBCF-71D9D1E3A6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D46A59-BAF6-4C5D-D8B8-2E30ADD28C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9133D9-1ACA-A8B1-475B-ABE7219464F2}"/>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5" name="Footer Placeholder 4">
            <a:extLst>
              <a:ext uri="{FF2B5EF4-FFF2-40B4-BE49-F238E27FC236}">
                <a16:creationId xmlns:a16="http://schemas.microsoft.com/office/drawing/2014/main" id="{E35B32C7-992A-406F-A048-EBE1255359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720A6D-F5BA-0256-DACE-57F93ECE1340}"/>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4249213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E1AF1-1876-5A8D-CE82-BE8CB4C417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18A1B6-24B5-304F-88BF-5E99FC085A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95FD77-DE4E-6885-A050-806121A47B61}"/>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5" name="Footer Placeholder 4">
            <a:extLst>
              <a:ext uri="{FF2B5EF4-FFF2-40B4-BE49-F238E27FC236}">
                <a16:creationId xmlns:a16="http://schemas.microsoft.com/office/drawing/2014/main" id="{DE779F37-5677-0D86-8F30-1D10C5A72C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A0628F-BEB1-0D3B-0C14-1930848A9EEA}"/>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2384334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7929-6A3B-DEC8-3C58-43848B4239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E015E7C-99A3-143A-A121-63B0EE91B3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F7ED1C-F2EE-CF6E-729F-E4E8F562CA2C}"/>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5" name="Footer Placeholder 4">
            <a:extLst>
              <a:ext uri="{FF2B5EF4-FFF2-40B4-BE49-F238E27FC236}">
                <a16:creationId xmlns:a16="http://schemas.microsoft.com/office/drawing/2014/main" id="{AA1969D0-3F66-7FF4-057C-0BB55C6B5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5162D7-D63E-A3E3-0A95-1F1D8EFBEF71}"/>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566395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8C84-C931-A0CD-8CCD-A3DA063A54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105BC4-6FD6-A550-5664-562515BD57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634BED-CD69-B988-6325-DC556A80DA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AF1E84-5988-A2D9-AD65-CF648B4E76E8}"/>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6" name="Footer Placeholder 5">
            <a:extLst>
              <a:ext uri="{FF2B5EF4-FFF2-40B4-BE49-F238E27FC236}">
                <a16:creationId xmlns:a16="http://schemas.microsoft.com/office/drawing/2014/main" id="{29BE3EA8-474E-2401-1BF9-94878BD2AF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3D12F7-DF79-C773-A6E1-747F1BCAEF65}"/>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2274405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CC6D-BFF6-4E13-C4F8-2C5058D6A7D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BE4703-B3C0-FE73-7F1C-D4979ED53D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91E965-4447-CBCD-BA99-7E6A74A4B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967D5F-754F-B433-C92E-FFDAC1F659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9C7B08-3516-C4A6-D448-83EBE2DC87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019B4E-E23E-6816-5D68-87914E71B11D}"/>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8" name="Footer Placeholder 7">
            <a:extLst>
              <a:ext uri="{FF2B5EF4-FFF2-40B4-BE49-F238E27FC236}">
                <a16:creationId xmlns:a16="http://schemas.microsoft.com/office/drawing/2014/main" id="{B09BC767-5FF0-1FBE-AFC5-3DA3C31EBB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DD6CC6-E2B6-27BA-3DB0-08CA53130F94}"/>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94487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09CA6-8F64-638D-E16F-C4C03963FF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42011F8-6D30-37D2-05B0-8A530925424A}"/>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4" name="Footer Placeholder 3">
            <a:extLst>
              <a:ext uri="{FF2B5EF4-FFF2-40B4-BE49-F238E27FC236}">
                <a16:creationId xmlns:a16="http://schemas.microsoft.com/office/drawing/2014/main" id="{6F9487FE-20D2-3875-B20A-4267A29E1B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3CEDA1-63A0-F3B1-01C6-209EA0A0B65E}"/>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3064359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169A12-9177-DC82-2E82-AB4139BB9A1B}"/>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3" name="Footer Placeholder 2">
            <a:extLst>
              <a:ext uri="{FF2B5EF4-FFF2-40B4-BE49-F238E27FC236}">
                <a16:creationId xmlns:a16="http://schemas.microsoft.com/office/drawing/2014/main" id="{26ADFC12-5DA1-1832-C49E-B894085D38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EA1266-E328-6A71-6682-F36C01714B69}"/>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244659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1C500-08DA-5645-A614-AD6FBEA353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9B4F5A-E20B-EE25-66C4-37A6837D4C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EF6C18-22F8-AC47-D734-E650F20FE9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8A129F-E4D5-8964-1C15-BF47B3DE2202}"/>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6" name="Footer Placeholder 5">
            <a:extLst>
              <a:ext uri="{FF2B5EF4-FFF2-40B4-BE49-F238E27FC236}">
                <a16:creationId xmlns:a16="http://schemas.microsoft.com/office/drawing/2014/main" id="{C4A5EF6F-1E31-E28A-8A15-AC731833CE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F2E01C-98F7-E861-A150-6E6A446AEE71}"/>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2870761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3892F-553B-48DC-9C0D-1A45574DF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A5BC31-644D-4AAF-FF19-F17F1E18D3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37E45A-FD83-7309-7846-006E701C7A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EACF9-34F2-24A8-3471-A7CEA9B5640F}"/>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6" name="Footer Placeholder 5">
            <a:extLst>
              <a:ext uri="{FF2B5EF4-FFF2-40B4-BE49-F238E27FC236}">
                <a16:creationId xmlns:a16="http://schemas.microsoft.com/office/drawing/2014/main" id="{308BA450-35F7-FB85-E967-92EA0AE1E1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A74C19-508D-112C-C3FB-A26587E0F82E}"/>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106428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8045-E0D2-2CB5-457B-FEE66AD05D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6CA500-FC8B-67F2-DD64-B8F7DD3A5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05CA82-327E-C357-FDC2-A48E1004273A}"/>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5" name="Footer Placeholder 4">
            <a:extLst>
              <a:ext uri="{FF2B5EF4-FFF2-40B4-BE49-F238E27FC236}">
                <a16:creationId xmlns:a16="http://schemas.microsoft.com/office/drawing/2014/main" id="{B7EB922D-CC7C-13DC-6A7C-99A985C13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FEECBA-F0B6-6E0B-9D63-463D5684BCD5}"/>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264553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62A4AB-A79C-2C6C-9555-F23C1A3075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B7FD82-D1B3-E20F-BCD6-6AD7538929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F7B24D-1608-71B5-8E4A-C60B7C566CFA}"/>
              </a:ext>
            </a:extLst>
          </p:cNvPr>
          <p:cNvSpPr>
            <a:spLocks noGrp="1"/>
          </p:cNvSpPr>
          <p:nvPr>
            <p:ph type="dt" sz="half" idx="10"/>
          </p:nvPr>
        </p:nvSpPr>
        <p:spPr/>
        <p:txBody>
          <a:bodyPr/>
          <a:lstStyle/>
          <a:p>
            <a:fld id="{CFBCE3B1-34E4-48A8-9FA0-1EB3C93EFB15}" type="datetimeFigureOut">
              <a:rPr lang="en-IN" smtClean="0"/>
              <a:t>30-11-2025</a:t>
            </a:fld>
            <a:endParaRPr lang="en-IN"/>
          </a:p>
        </p:txBody>
      </p:sp>
      <p:sp>
        <p:nvSpPr>
          <p:cNvPr id="5" name="Footer Placeholder 4">
            <a:extLst>
              <a:ext uri="{FF2B5EF4-FFF2-40B4-BE49-F238E27FC236}">
                <a16:creationId xmlns:a16="http://schemas.microsoft.com/office/drawing/2014/main" id="{7E28E0D8-37B9-16AD-6FA3-756F526318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C73D5D-DC8B-B760-2F2E-F6056801D30D}"/>
              </a:ext>
            </a:extLst>
          </p:cNvPr>
          <p:cNvSpPr>
            <a:spLocks noGrp="1"/>
          </p:cNvSpPr>
          <p:nvPr>
            <p:ph type="sldNum" sz="quarter" idx="12"/>
          </p:nvPr>
        </p:nvSpPr>
        <p:spPr/>
        <p:txBody>
          <a:bodyPr/>
          <a:lstStyle/>
          <a:p>
            <a:fld id="{640D23C4-18EB-431B-BD96-F5BADBB4DFF8}" type="slidenum">
              <a:rPr lang="en-IN" smtClean="0"/>
              <a:t>‹#›</a:t>
            </a:fld>
            <a:endParaRPr lang="en-IN"/>
          </a:p>
        </p:txBody>
      </p:sp>
    </p:spTree>
    <p:extLst>
      <p:ext uri="{BB962C8B-B14F-4D97-AF65-F5344CB8AC3E}">
        <p14:creationId xmlns:p14="http://schemas.microsoft.com/office/powerpoint/2010/main" val="38518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02A36B-83EB-D00A-6650-A5904731E0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C7CFD8-6FC7-A810-1007-61A63EB2D9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0A56B7-8BEC-CA80-006C-70DFDB832E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BCE3B1-34E4-48A8-9FA0-1EB3C93EFB15}" type="datetimeFigureOut">
              <a:rPr lang="en-IN" smtClean="0"/>
              <a:t>30-11-2025</a:t>
            </a:fld>
            <a:endParaRPr lang="en-IN"/>
          </a:p>
        </p:txBody>
      </p:sp>
      <p:sp>
        <p:nvSpPr>
          <p:cNvPr id="5" name="Footer Placeholder 4">
            <a:extLst>
              <a:ext uri="{FF2B5EF4-FFF2-40B4-BE49-F238E27FC236}">
                <a16:creationId xmlns:a16="http://schemas.microsoft.com/office/drawing/2014/main" id="{A70C4905-827F-0EA8-0629-61A0C9B476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498EFD-EFEA-87E4-DB7A-F9C8423F28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0D23C4-18EB-431B-BD96-F5BADBB4DFF8}" type="slidenum">
              <a:rPr lang="en-IN" smtClean="0"/>
              <a:t>‹#›</a:t>
            </a:fld>
            <a:endParaRPr lang="en-IN"/>
          </a:p>
        </p:txBody>
      </p:sp>
    </p:spTree>
    <p:extLst>
      <p:ext uri="{BB962C8B-B14F-4D97-AF65-F5344CB8AC3E}">
        <p14:creationId xmlns:p14="http://schemas.microsoft.com/office/powerpoint/2010/main" val="35722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wikipedia.org/wiki/Indian_Railway_Catering_and_Tourism_Corporation"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creativecommons.org/licenses/by-nc-sa/3.0/" TargetMode="External"/><Relationship Id="rId5" Type="http://schemas.openxmlformats.org/officeDocument/2006/relationships/hyperlink" Target="https://www.nagpurtoday.in/100-railway-employees-die-every-year/08022011"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hyperlink" Target="https://www.scribd.com/document/949580909/Ticket-2724906927" TargetMode="External"/><Relationship Id="rId3" Type="http://schemas.openxmlformats.org/officeDocument/2006/relationships/hyperlink" Target="https://www.flickr.com/photos/kichus/38876843180/" TargetMode="External"/><Relationship Id="rId7" Type="http://schemas.openxmlformats.org/officeDocument/2006/relationships/image" Target="../media/image5.jpe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hyperlink" Target="https://www.nagpurtoday.in/increasing-passenger-count-makes-vande-bharat-express-costlier-nagpur-bilaspur-passengers-likely-to-suffer/07121116" TargetMode="External"/><Relationship Id="rId5" Type="http://schemas.openxmlformats.org/officeDocument/2006/relationships/image" Target="../media/image4.jpg"/><Relationship Id="rId4" Type="http://schemas.openxmlformats.org/officeDocument/2006/relationships/hyperlink" Target="https://creativecommons.org/licenses/by/3.0/"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5AC4F-2915-0042-50C3-6677EE37E01B}"/>
              </a:ext>
            </a:extLst>
          </p:cNvPr>
          <p:cNvSpPr>
            <a:spLocks noGrp="1"/>
          </p:cNvSpPr>
          <p:nvPr>
            <p:ph type="ctrTitle"/>
          </p:nvPr>
        </p:nvSpPr>
        <p:spPr>
          <a:xfrm>
            <a:off x="1524000" y="0"/>
            <a:ext cx="9144000" cy="2387600"/>
          </a:xfrm>
        </p:spPr>
        <p:txBody>
          <a:bodyPr/>
          <a:lstStyle/>
          <a:p>
            <a:r>
              <a:rPr lang="en-US" dirty="0">
                <a:latin typeface="Agency FB" panose="020B0503020202020204" pitchFamily="34" charset="0"/>
              </a:rPr>
              <a:t>PROJECT TOPIC:</a:t>
            </a:r>
            <a:endParaRPr lang="en-IN" dirty="0">
              <a:latin typeface="Agency FB" panose="020B0503020202020204" pitchFamily="34" charset="0"/>
            </a:endParaRPr>
          </a:p>
        </p:txBody>
      </p:sp>
      <p:sp>
        <p:nvSpPr>
          <p:cNvPr id="3" name="Subtitle 2">
            <a:extLst>
              <a:ext uri="{FF2B5EF4-FFF2-40B4-BE49-F238E27FC236}">
                <a16:creationId xmlns:a16="http://schemas.microsoft.com/office/drawing/2014/main" id="{BCE62C52-112C-B34F-932E-1235EFDFDE4B}"/>
              </a:ext>
            </a:extLst>
          </p:cNvPr>
          <p:cNvSpPr>
            <a:spLocks noGrp="1"/>
          </p:cNvSpPr>
          <p:nvPr>
            <p:ph type="subTitle" idx="1"/>
          </p:nvPr>
        </p:nvSpPr>
        <p:spPr>
          <a:xfrm>
            <a:off x="1524000" y="2387600"/>
            <a:ext cx="9144000" cy="1655762"/>
          </a:xfrm>
        </p:spPr>
        <p:txBody>
          <a:bodyPr>
            <a:normAutofit fontScale="85000" lnSpcReduction="20000"/>
          </a:bodyPr>
          <a:lstStyle/>
          <a:p>
            <a:r>
              <a:rPr lang="en-US" sz="4400" dirty="0">
                <a:latin typeface="Agency FB" panose="020B0503020202020204" pitchFamily="34" charset="0"/>
              </a:rPr>
              <a:t>TRAIN TICKET RESERVATION SYSTEM</a:t>
            </a:r>
          </a:p>
          <a:p>
            <a:r>
              <a:rPr lang="en-US" sz="4400" dirty="0">
                <a:latin typeface="Agency FB" panose="020B0503020202020204" pitchFamily="34" charset="0"/>
              </a:rPr>
              <a:t>By: Shivam Kumar Singh</a:t>
            </a:r>
          </a:p>
          <a:p>
            <a:r>
              <a:rPr lang="en-US" sz="4400" dirty="0">
                <a:latin typeface="Agency FB" panose="020B0503020202020204" pitchFamily="34" charset="0"/>
              </a:rPr>
              <a:t>Sap id:590027806</a:t>
            </a:r>
            <a:endParaRPr lang="en-IN" sz="4400" dirty="0">
              <a:latin typeface="Agency FB" panose="020B0503020202020204" pitchFamily="34" charset="0"/>
            </a:endParaRPr>
          </a:p>
        </p:txBody>
      </p:sp>
      <p:pic>
        <p:nvPicPr>
          <p:cNvPr id="4" name="Picture 3">
            <a:extLst>
              <a:ext uri="{FF2B5EF4-FFF2-40B4-BE49-F238E27FC236}">
                <a16:creationId xmlns:a16="http://schemas.microsoft.com/office/drawing/2014/main" id="{5058A5CD-24C4-719E-8CDF-3E395294EC5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8628" y="1289738"/>
            <a:ext cx="1770744" cy="2195723"/>
          </a:xfrm>
          <a:prstGeom prst="rect">
            <a:avLst/>
          </a:prstGeom>
        </p:spPr>
      </p:pic>
      <p:pic>
        <p:nvPicPr>
          <p:cNvPr id="6" name="Picture 5">
            <a:extLst>
              <a:ext uri="{FF2B5EF4-FFF2-40B4-BE49-F238E27FC236}">
                <a16:creationId xmlns:a16="http://schemas.microsoft.com/office/drawing/2014/main" id="{3BCD2DC3-EE8E-A2B3-5263-34727A1BDB3E}"/>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0" y="4090901"/>
            <a:ext cx="12192000" cy="2704532"/>
          </a:xfrm>
          <a:prstGeom prst="rect">
            <a:avLst/>
          </a:prstGeom>
        </p:spPr>
      </p:pic>
      <p:sp>
        <p:nvSpPr>
          <p:cNvPr id="7" name="TextBox 6">
            <a:extLst>
              <a:ext uri="{FF2B5EF4-FFF2-40B4-BE49-F238E27FC236}">
                <a16:creationId xmlns:a16="http://schemas.microsoft.com/office/drawing/2014/main" id="{09891427-F452-A182-0FDD-8F9C7F1C05AB}"/>
              </a:ext>
            </a:extLst>
          </p:cNvPr>
          <p:cNvSpPr txBox="1"/>
          <p:nvPr/>
        </p:nvSpPr>
        <p:spPr>
          <a:xfrm>
            <a:off x="-122830" y="6842972"/>
            <a:ext cx="11914495" cy="230832"/>
          </a:xfrm>
          <a:prstGeom prst="rect">
            <a:avLst/>
          </a:prstGeom>
          <a:noFill/>
        </p:spPr>
        <p:txBody>
          <a:bodyPr wrap="square" rtlCol="0">
            <a:spAutoFit/>
          </a:bodyPr>
          <a:lstStyle/>
          <a:p>
            <a:r>
              <a:rPr lang="en-IN" sz="900">
                <a:hlinkClick r:id="rId5" tooltip="https://www.nagpurtoday.in/100-railway-employees-die-every-year/08022011"/>
              </a:rPr>
              <a:t>This Photo</a:t>
            </a:r>
            <a:r>
              <a:rPr lang="en-IN" sz="900"/>
              <a:t> by Unknown Author is licensed under </a:t>
            </a:r>
            <a:r>
              <a:rPr lang="en-IN" sz="900">
                <a:hlinkClick r:id="rId6" tooltip="https://creativecommons.org/licenses/by-nc-sa/3.0/"/>
              </a:rPr>
              <a:t>CC BY-SA-NC</a:t>
            </a:r>
            <a:endParaRPr lang="en-IN" sz="900"/>
          </a:p>
        </p:txBody>
      </p:sp>
    </p:spTree>
    <p:extLst>
      <p:ext uri="{BB962C8B-B14F-4D97-AF65-F5344CB8AC3E}">
        <p14:creationId xmlns:p14="http://schemas.microsoft.com/office/powerpoint/2010/main" val="644687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DEE9D24-C635-98BF-D908-9FBE6CFD56B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3632384"/>
            <a:ext cx="6247388" cy="3225615"/>
          </a:xfrm>
          <a:prstGeom prst="rect">
            <a:avLst/>
          </a:prstGeom>
        </p:spPr>
      </p:pic>
      <p:sp>
        <p:nvSpPr>
          <p:cNvPr id="7" name="TextBox 6">
            <a:extLst>
              <a:ext uri="{FF2B5EF4-FFF2-40B4-BE49-F238E27FC236}">
                <a16:creationId xmlns:a16="http://schemas.microsoft.com/office/drawing/2014/main" id="{6E628B58-B685-6EF9-16B2-2992AC40E780}"/>
              </a:ext>
            </a:extLst>
          </p:cNvPr>
          <p:cNvSpPr txBox="1"/>
          <p:nvPr/>
        </p:nvSpPr>
        <p:spPr>
          <a:xfrm>
            <a:off x="345744" y="3553967"/>
            <a:ext cx="2997958" cy="230832"/>
          </a:xfrm>
          <a:prstGeom prst="rect">
            <a:avLst/>
          </a:prstGeom>
          <a:noFill/>
        </p:spPr>
        <p:txBody>
          <a:bodyPr wrap="square" rtlCol="0">
            <a:spAutoFit/>
          </a:bodyPr>
          <a:lstStyle/>
          <a:p>
            <a:r>
              <a:rPr lang="en-IN" sz="900">
                <a:hlinkClick r:id="rId3" tooltip="https://www.flickr.com/photos/kichus/38876843180/"/>
              </a:rPr>
              <a:t>This Photo</a:t>
            </a:r>
            <a:r>
              <a:rPr lang="en-IN" sz="900"/>
              <a:t> by Unknown Author is licensed under </a:t>
            </a:r>
            <a:r>
              <a:rPr lang="en-IN" sz="900">
                <a:hlinkClick r:id="rId4" tooltip="https://creativecommons.org/licenses/by/3.0/"/>
              </a:rPr>
              <a:t>CC BY</a:t>
            </a:r>
            <a:endParaRPr lang="en-IN" sz="900"/>
          </a:p>
        </p:txBody>
      </p:sp>
      <p:pic>
        <p:nvPicPr>
          <p:cNvPr id="15" name="Picture 14">
            <a:extLst>
              <a:ext uri="{FF2B5EF4-FFF2-40B4-BE49-F238E27FC236}">
                <a16:creationId xmlns:a16="http://schemas.microsoft.com/office/drawing/2014/main" id="{97020ECE-03AC-E06F-33DC-F626D4D97C78}"/>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0" y="-95534"/>
            <a:ext cx="6247388" cy="3680681"/>
          </a:xfrm>
          <a:prstGeom prst="rect">
            <a:avLst/>
          </a:prstGeom>
        </p:spPr>
      </p:pic>
      <p:pic>
        <p:nvPicPr>
          <p:cNvPr id="18" name="Picture 17">
            <a:extLst>
              <a:ext uri="{FF2B5EF4-FFF2-40B4-BE49-F238E27FC236}">
                <a16:creationId xmlns:a16="http://schemas.microsoft.com/office/drawing/2014/main" id="{368900AD-3394-4AF3-6107-758A66910CF1}"/>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095999" y="0"/>
            <a:ext cx="5859439" cy="6858000"/>
          </a:xfrm>
          <a:prstGeom prst="rect">
            <a:avLst/>
          </a:prstGeom>
        </p:spPr>
      </p:pic>
    </p:spTree>
    <p:extLst>
      <p:ext uri="{BB962C8B-B14F-4D97-AF65-F5344CB8AC3E}">
        <p14:creationId xmlns:p14="http://schemas.microsoft.com/office/powerpoint/2010/main" val="3995404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3BA2-D0DD-5C66-6EB5-89D8A1858310}"/>
              </a:ext>
            </a:extLst>
          </p:cNvPr>
          <p:cNvSpPr>
            <a:spLocks noGrp="1"/>
          </p:cNvSpPr>
          <p:nvPr>
            <p:ph type="title"/>
          </p:nvPr>
        </p:nvSpPr>
        <p:spPr>
          <a:xfrm>
            <a:off x="838200" y="365126"/>
            <a:ext cx="7181538" cy="654206"/>
          </a:xfrm>
        </p:spPr>
        <p:txBody>
          <a:bodyPr>
            <a:noAutofit/>
          </a:bodyPr>
          <a:lstStyle/>
          <a:p>
            <a:r>
              <a:rPr lang="en-US" dirty="0">
                <a:solidFill>
                  <a:srgbClr val="92D050"/>
                </a:solidFill>
                <a:latin typeface="Agency FB" panose="020B0503020202020204" pitchFamily="34" charset="0"/>
              </a:rPr>
              <a:t>INTRODUCTION:</a:t>
            </a:r>
            <a:endParaRPr lang="en-IN" dirty="0">
              <a:solidFill>
                <a:srgbClr val="92D050"/>
              </a:solidFill>
              <a:latin typeface="Agency FB" panose="020B0503020202020204" pitchFamily="34" charset="0"/>
            </a:endParaRPr>
          </a:p>
        </p:txBody>
      </p:sp>
      <p:sp>
        <p:nvSpPr>
          <p:cNvPr id="3" name="Content Placeholder 2">
            <a:extLst>
              <a:ext uri="{FF2B5EF4-FFF2-40B4-BE49-F238E27FC236}">
                <a16:creationId xmlns:a16="http://schemas.microsoft.com/office/drawing/2014/main" id="{E2C92CB2-886C-7D38-7AA7-F587198536DC}"/>
              </a:ext>
            </a:extLst>
          </p:cNvPr>
          <p:cNvSpPr>
            <a:spLocks noGrp="1"/>
          </p:cNvSpPr>
          <p:nvPr>
            <p:ph idx="1"/>
          </p:nvPr>
        </p:nvSpPr>
        <p:spPr>
          <a:xfrm>
            <a:off x="209862" y="899409"/>
            <a:ext cx="11143938" cy="5277553"/>
          </a:xfrm>
        </p:spPr>
        <p:txBody>
          <a:bodyPr/>
          <a:lstStyle/>
          <a:p>
            <a:r>
              <a:rPr lang="en-US" dirty="0">
                <a:latin typeface="Agency FB" panose="020B0503020202020204" pitchFamily="34" charset="0"/>
              </a:rPr>
              <a:t>Project Title : Train Ticket Reservation System</a:t>
            </a:r>
          </a:p>
          <a:p>
            <a:r>
              <a:rPr lang="en-US" dirty="0">
                <a:latin typeface="Agency FB" panose="020B0503020202020204" pitchFamily="34" charset="0"/>
              </a:rPr>
              <a:t>Course : Programming in C</a:t>
            </a:r>
          </a:p>
          <a:p>
            <a:r>
              <a:rPr lang="en-US" dirty="0">
                <a:latin typeface="Agency FB" panose="020B0503020202020204" pitchFamily="34" charset="0"/>
              </a:rPr>
              <a:t>Course Faculty : Mr. Prashant Trivedi</a:t>
            </a:r>
          </a:p>
          <a:p>
            <a:r>
              <a:rPr lang="en-US" dirty="0">
                <a:latin typeface="Agency FB" panose="020B0503020202020204" pitchFamily="34" charset="0"/>
              </a:rPr>
              <a:t>University : UNIVERSITY OF PETROLEUM AND ENERGY STUDIES(U.P.E.S)</a:t>
            </a:r>
          </a:p>
          <a:p>
            <a:r>
              <a:rPr lang="en-US" dirty="0">
                <a:latin typeface="Agency FB" panose="020B0503020202020204" pitchFamily="34" charset="0"/>
              </a:rPr>
              <a:t>School : School of Computer Science</a:t>
            </a:r>
          </a:p>
          <a:p>
            <a:r>
              <a:rPr lang="en-US" dirty="0">
                <a:latin typeface="Agency FB" panose="020B0503020202020204" pitchFamily="34" charset="0"/>
              </a:rPr>
              <a:t>Date : 01/12/2025</a:t>
            </a:r>
          </a:p>
          <a:p>
            <a:endParaRPr lang="en-IN" dirty="0"/>
          </a:p>
        </p:txBody>
      </p:sp>
      <p:pic>
        <p:nvPicPr>
          <p:cNvPr id="5" name="Picture 4">
            <a:extLst>
              <a:ext uri="{FF2B5EF4-FFF2-40B4-BE49-F238E27FC236}">
                <a16:creationId xmlns:a16="http://schemas.microsoft.com/office/drawing/2014/main" id="{10C152D3-3076-4610-2465-C3F9A01E8B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2317" y="3718492"/>
            <a:ext cx="6494902" cy="2889678"/>
          </a:xfrm>
          <a:prstGeom prst="rect">
            <a:avLst/>
          </a:prstGeom>
        </p:spPr>
      </p:pic>
    </p:spTree>
    <p:extLst>
      <p:ext uri="{BB962C8B-B14F-4D97-AF65-F5344CB8AC3E}">
        <p14:creationId xmlns:p14="http://schemas.microsoft.com/office/powerpoint/2010/main" val="1197324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E2E99-43F3-AD27-C983-C9A52F75E212}"/>
              </a:ext>
            </a:extLst>
          </p:cNvPr>
          <p:cNvSpPr>
            <a:spLocks noGrp="1"/>
          </p:cNvSpPr>
          <p:nvPr>
            <p:ph type="title"/>
          </p:nvPr>
        </p:nvSpPr>
        <p:spPr/>
        <p:txBody>
          <a:bodyPr/>
          <a:lstStyle/>
          <a:p>
            <a:r>
              <a:rPr lang="en-US" dirty="0">
                <a:solidFill>
                  <a:srgbClr val="92D050"/>
                </a:solidFill>
                <a:latin typeface="Agency FB" panose="020B0503020202020204" pitchFamily="34" charset="0"/>
              </a:rPr>
              <a:t>ABSTRACT:</a:t>
            </a:r>
            <a:endParaRPr lang="en-IN" dirty="0">
              <a:solidFill>
                <a:srgbClr val="92D050"/>
              </a:solidFill>
              <a:latin typeface="Agency FB" panose="020B0503020202020204" pitchFamily="34" charset="0"/>
            </a:endParaRPr>
          </a:p>
        </p:txBody>
      </p:sp>
      <p:sp>
        <p:nvSpPr>
          <p:cNvPr id="3" name="Content Placeholder 2">
            <a:extLst>
              <a:ext uri="{FF2B5EF4-FFF2-40B4-BE49-F238E27FC236}">
                <a16:creationId xmlns:a16="http://schemas.microsoft.com/office/drawing/2014/main" id="{45595133-DF70-7810-BD7C-46C115DFFA7A}"/>
              </a:ext>
            </a:extLst>
          </p:cNvPr>
          <p:cNvSpPr>
            <a:spLocks noGrp="1"/>
          </p:cNvSpPr>
          <p:nvPr>
            <p:ph idx="1"/>
          </p:nvPr>
        </p:nvSpPr>
        <p:spPr/>
        <p:txBody>
          <a:bodyPr/>
          <a:lstStyle/>
          <a:p>
            <a:pPr marL="0" indent="0">
              <a:buNone/>
            </a:pPr>
            <a:r>
              <a:rPr lang="en-US" dirty="0">
                <a:latin typeface="Agency FB" panose="020B0503020202020204" pitchFamily="34" charset="0"/>
              </a:rPr>
              <a:t>This project presents a Train ticket reservation system made by learning concepts in programming in c .</a:t>
            </a:r>
          </a:p>
          <a:p>
            <a:pPr marL="0" indent="0">
              <a:buNone/>
            </a:pPr>
            <a:r>
              <a:rPr lang="en-US" dirty="0">
                <a:latin typeface="Agency FB" panose="020B0503020202020204" pitchFamily="34" charset="0"/>
              </a:rPr>
              <a:t>The goal of this project is to allow user to book train ticket by entering his/her information like their name , age , station for  boarding the  train to the destination ,in which he train he want to book ticket and how much tickets he want to book and what will be the fare of his ticket/tickets. The project integrate many concepts like input/output switch case . And after applying all this condition  the code in the project will print passenger details along with his boarding point ,destination ,total fare </a:t>
            </a:r>
            <a:r>
              <a:rPr lang="en-US" dirty="0" err="1">
                <a:latin typeface="Agency FB" panose="020B0503020202020204" pitchFamily="34" charset="0"/>
              </a:rPr>
              <a:t>etc</a:t>
            </a:r>
            <a:r>
              <a:rPr lang="en-US" dirty="0">
                <a:latin typeface="Agency FB" panose="020B0503020202020204" pitchFamily="34" charset="0"/>
              </a:rPr>
              <a:t> , and </a:t>
            </a:r>
            <a:r>
              <a:rPr lang="en-US" dirty="0" err="1">
                <a:latin typeface="Agency FB" panose="020B0503020202020204" pitchFamily="34" charset="0"/>
              </a:rPr>
              <a:t>n.o</a:t>
            </a:r>
            <a:r>
              <a:rPr lang="en-US" dirty="0">
                <a:latin typeface="Agency FB" panose="020B0503020202020204" pitchFamily="34" charset="0"/>
              </a:rPr>
              <a:t> of seats available or waiting </a:t>
            </a:r>
            <a:r>
              <a:rPr lang="en-US" dirty="0" err="1">
                <a:latin typeface="Agency FB" panose="020B0503020202020204" pitchFamily="34" charset="0"/>
              </a:rPr>
              <a:t>etc</a:t>
            </a:r>
            <a:endParaRPr lang="en-IN" dirty="0">
              <a:latin typeface="Agency FB" panose="020B0503020202020204" pitchFamily="34" charset="0"/>
            </a:endParaRPr>
          </a:p>
        </p:txBody>
      </p:sp>
    </p:spTree>
    <p:extLst>
      <p:ext uri="{BB962C8B-B14F-4D97-AF65-F5344CB8AC3E}">
        <p14:creationId xmlns:p14="http://schemas.microsoft.com/office/powerpoint/2010/main" val="3442846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11CB-A064-2373-74F8-D838B5C642AB}"/>
              </a:ext>
            </a:extLst>
          </p:cNvPr>
          <p:cNvSpPr>
            <a:spLocks noGrp="1"/>
          </p:cNvSpPr>
          <p:nvPr>
            <p:ph type="title"/>
          </p:nvPr>
        </p:nvSpPr>
        <p:spPr/>
        <p:txBody>
          <a:bodyPr/>
          <a:lstStyle/>
          <a:p>
            <a:r>
              <a:rPr lang="en-US" dirty="0">
                <a:solidFill>
                  <a:srgbClr val="92D050"/>
                </a:solidFill>
                <a:latin typeface="Agency FB" panose="020B0503020202020204" pitchFamily="34" charset="0"/>
              </a:rPr>
              <a:t>Problem Definition</a:t>
            </a:r>
            <a:endParaRPr lang="en-IN" dirty="0">
              <a:solidFill>
                <a:srgbClr val="92D050"/>
              </a:solidFill>
              <a:latin typeface="Agency FB" panose="020B0503020202020204" pitchFamily="34" charset="0"/>
            </a:endParaRPr>
          </a:p>
        </p:txBody>
      </p:sp>
      <p:sp>
        <p:nvSpPr>
          <p:cNvPr id="3" name="Content Placeholder 2">
            <a:extLst>
              <a:ext uri="{FF2B5EF4-FFF2-40B4-BE49-F238E27FC236}">
                <a16:creationId xmlns:a16="http://schemas.microsoft.com/office/drawing/2014/main" id="{3F171DF5-701A-78E7-0967-BB50BBDD1CE0}"/>
              </a:ext>
            </a:extLst>
          </p:cNvPr>
          <p:cNvSpPr>
            <a:spLocks noGrp="1"/>
          </p:cNvSpPr>
          <p:nvPr>
            <p:ph idx="1"/>
          </p:nvPr>
        </p:nvSpPr>
        <p:spPr/>
        <p:txBody>
          <a:bodyPr>
            <a:normAutofit fontScale="92500" lnSpcReduction="10000"/>
          </a:bodyPr>
          <a:lstStyle/>
          <a:p>
            <a:r>
              <a:rPr lang="en-US" dirty="0">
                <a:latin typeface="Agency FB" panose="020B0503020202020204" pitchFamily="34" charset="0"/>
              </a:rPr>
              <a:t>Our country’s railway system manages a large number of passengers daily . The code is simplified model of how the I.R.C.T.C website book tickets for large number of passengers daily and a this code shows a small trial to book tickets.</a:t>
            </a:r>
          </a:p>
          <a:p>
            <a:r>
              <a:rPr lang="en-US" dirty="0">
                <a:latin typeface="Agency FB" panose="020B0503020202020204" pitchFamily="34" charset="0"/>
              </a:rPr>
              <a:t>Asks for user choice whether he wants to book tickets/wants to check seats availability or if tickets are booked he want to cancel the train tickets.</a:t>
            </a:r>
          </a:p>
          <a:p>
            <a:r>
              <a:rPr lang="en-US" dirty="0">
                <a:latin typeface="Agency FB" panose="020B0503020202020204" pitchFamily="34" charset="0"/>
              </a:rPr>
              <a:t>Allows passenger to enter personal and journey details.</a:t>
            </a:r>
          </a:p>
          <a:p>
            <a:r>
              <a:rPr lang="en-US" dirty="0">
                <a:latin typeface="Agency FB" panose="020B0503020202020204" pitchFamily="34" charset="0"/>
              </a:rPr>
              <a:t>Displays to enter train in which passengers wants to book the ticket.</a:t>
            </a:r>
          </a:p>
          <a:p>
            <a:r>
              <a:rPr lang="en-US" dirty="0">
                <a:latin typeface="Agency FB" panose="020B0503020202020204" pitchFamily="34" charset="0"/>
              </a:rPr>
              <a:t>Calculates total  tickets cost.</a:t>
            </a:r>
          </a:p>
          <a:p>
            <a:r>
              <a:rPr lang="en-US" dirty="0">
                <a:latin typeface="Agency FB" panose="020B0503020202020204" pitchFamily="34" charset="0"/>
              </a:rPr>
              <a:t>Manages seats available and waiting list.</a:t>
            </a:r>
          </a:p>
          <a:p>
            <a:r>
              <a:rPr lang="en-US" dirty="0">
                <a:latin typeface="Agency FB" panose="020B0503020202020204" pitchFamily="34" charset="0"/>
              </a:rPr>
              <a:t>Displays printed format of ticket.</a:t>
            </a:r>
          </a:p>
          <a:p>
            <a:endParaRPr lang="en-US" dirty="0"/>
          </a:p>
          <a:p>
            <a:pPr marL="0" indent="0">
              <a:buNone/>
            </a:pPr>
            <a:endParaRPr lang="en-IN" dirty="0"/>
          </a:p>
        </p:txBody>
      </p:sp>
    </p:spTree>
    <p:extLst>
      <p:ext uri="{BB962C8B-B14F-4D97-AF65-F5344CB8AC3E}">
        <p14:creationId xmlns:p14="http://schemas.microsoft.com/office/powerpoint/2010/main" val="999489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B74B0-8A74-9ECF-2977-257266BCF881}"/>
              </a:ext>
            </a:extLst>
          </p:cNvPr>
          <p:cNvSpPr>
            <a:spLocks noGrp="1"/>
          </p:cNvSpPr>
          <p:nvPr>
            <p:ph type="title"/>
          </p:nvPr>
        </p:nvSpPr>
        <p:spPr>
          <a:xfrm>
            <a:off x="838200" y="365125"/>
            <a:ext cx="10515600" cy="1325563"/>
          </a:xfrm>
        </p:spPr>
        <p:txBody>
          <a:bodyPr/>
          <a:lstStyle/>
          <a:p>
            <a:r>
              <a:rPr lang="en-US" dirty="0">
                <a:solidFill>
                  <a:srgbClr val="92D050"/>
                </a:solidFill>
                <a:latin typeface="Agency FB" panose="020B0503020202020204" pitchFamily="34" charset="0"/>
              </a:rPr>
              <a:t>SYSTEM DESIGN</a:t>
            </a:r>
            <a:endParaRPr lang="en-IN" dirty="0">
              <a:solidFill>
                <a:srgbClr val="92D050"/>
              </a:solidFill>
              <a:latin typeface="Agency FB" panose="020B0503020202020204" pitchFamily="34" charset="0"/>
            </a:endParaRPr>
          </a:p>
        </p:txBody>
      </p:sp>
      <p:sp>
        <p:nvSpPr>
          <p:cNvPr id="3" name="Content Placeholder 2">
            <a:extLst>
              <a:ext uri="{FF2B5EF4-FFF2-40B4-BE49-F238E27FC236}">
                <a16:creationId xmlns:a16="http://schemas.microsoft.com/office/drawing/2014/main" id="{EFCF534E-D973-EF93-05EB-17A8515EFD43}"/>
              </a:ext>
            </a:extLst>
          </p:cNvPr>
          <p:cNvSpPr>
            <a:spLocks noGrp="1"/>
          </p:cNvSpPr>
          <p:nvPr>
            <p:ph idx="1"/>
          </p:nvPr>
        </p:nvSpPr>
        <p:spPr/>
        <p:txBody>
          <a:bodyPr/>
          <a:lstStyle/>
          <a:p>
            <a:r>
              <a:rPr lang="en-US" dirty="0">
                <a:latin typeface="Agency FB" panose="020B0503020202020204" pitchFamily="34" charset="0"/>
              </a:rPr>
              <a:t>FLOWCHART</a:t>
            </a:r>
            <a:endParaRPr lang="en-IN" dirty="0">
              <a:latin typeface="Agency FB" panose="020B0503020202020204" pitchFamily="34" charset="0"/>
            </a:endParaRPr>
          </a:p>
        </p:txBody>
      </p:sp>
      <p:pic>
        <p:nvPicPr>
          <p:cNvPr id="5" name="Picture 4">
            <a:extLst>
              <a:ext uri="{FF2B5EF4-FFF2-40B4-BE49-F238E27FC236}">
                <a16:creationId xmlns:a16="http://schemas.microsoft.com/office/drawing/2014/main" id="{C30B174C-C55A-7B6F-29BC-CF09D1500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6829" y="1"/>
            <a:ext cx="8175171" cy="6858000"/>
          </a:xfrm>
          <a:prstGeom prst="rect">
            <a:avLst/>
          </a:prstGeom>
        </p:spPr>
      </p:pic>
    </p:spTree>
    <p:extLst>
      <p:ext uri="{BB962C8B-B14F-4D97-AF65-F5344CB8AC3E}">
        <p14:creationId xmlns:p14="http://schemas.microsoft.com/office/powerpoint/2010/main" val="983779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01632-75A8-6BEA-962C-F9B7A9936B91}"/>
              </a:ext>
            </a:extLst>
          </p:cNvPr>
          <p:cNvSpPr>
            <a:spLocks noGrp="1"/>
          </p:cNvSpPr>
          <p:nvPr>
            <p:ph type="title"/>
          </p:nvPr>
        </p:nvSpPr>
        <p:spPr/>
        <p:txBody>
          <a:bodyPr/>
          <a:lstStyle/>
          <a:p>
            <a:r>
              <a:rPr lang="en-US" dirty="0">
                <a:solidFill>
                  <a:srgbClr val="92D050"/>
                </a:solidFill>
                <a:latin typeface="Agency FB" panose="020B0503020202020204" pitchFamily="34" charset="0"/>
              </a:rPr>
              <a:t>SYSTEM DESIGN</a:t>
            </a:r>
            <a:endParaRPr lang="en-IN" dirty="0">
              <a:solidFill>
                <a:srgbClr val="92D050"/>
              </a:solidFill>
              <a:latin typeface="Agency FB" panose="020B0503020202020204" pitchFamily="34" charset="0"/>
            </a:endParaRPr>
          </a:p>
        </p:txBody>
      </p:sp>
      <p:sp>
        <p:nvSpPr>
          <p:cNvPr id="3" name="Content Placeholder 2">
            <a:extLst>
              <a:ext uri="{FF2B5EF4-FFF2-40B4-BE49-F238E27FC236}">
                <a16:creationId xmlns:a16="http://schemas.microsoft.com/office/drawing/2014/main" id="{F85E64C3-1E54-2221-BE19-F66BD28ED6FF}"/>
              </a:ext>
            </a:extLst>
          </p:cNvPr>
          <p:cNvSpPr>
            <a:spLocks noGrp="1"/>
          </p:cNvSpPr>
          <p:nvPr>
            <p:ph idx="1"/>
          </p:nvPr>
        </p:nvSpPr>
        <p:spPr>
          <a:xfrm>
            <a:off x="838200" y="1825625"/>
            <a:ext cx="10515600" cy="4848130"/>
          </a:xfrm>
        </p:spPr>
        <p:txBody>
          <a:bodyPr>
            <a:normAutofit fontScale="25000" lnSpcReduction="20000"/>
          </a:bodyPr>
          <a:lstStyle/>
          <a:p>
            <a:r>
              <a:rPr lang="en-US" sz="9600" dirty="0">
                <a:latin typeface="Agency FB" panose="020B0503020202020204" pitchFamily="34" charset="0"/>
              </a:rPr>
              <a:t>ALGORITHM</a:t>
            </a:r>
          </a:p>
          <a:p>
            <a:r>
              <a:rPr lang="en-US" sz="9600" dirty="0">
                <a:latin typeface="Agency FB" panose="020B0503020202020204" pitchFamily="34" charset="0"/>
              </a:rPr>
              <a:t>1)Start</a:t>
            </a:r>
          </a:p>
          <a:p>
            <a:r>
              <a:rPr lang="en-US" sz="9600" dirty="0">
                <a:latin typeface="Agency FB" panose="020B0503020202020204" pitchFamily="34" charset="0"/>
              </a:rPr>
              <a:t>2)define structure details for passenger’s details: </a:t>
            </a:r>
          </a:p>
          <a:p>
            <a:pPr marL="0" indent="0">
              <a:buNone/>
            </a:pPr>
            <a:r>
              <a:rPr lang="en-US" sz="9600" dirty="0">
                <a:latin typeface="Agency FB" panose="020B0503020202020204" pitchFamily="34" charset="0"/>
              </a:rPr>
              <a:t>      Char passenger first name[51];</a:t>
            </a:r>
          </a:p>
          <a:p>
            <a:pPr marL="0" indent="0">
              <a:buNone/>
            </a:pPr>
            <a:r>
              <a:rPr lang="en-US" sz="9600" dirty="0">
                <a:latin typeface="Agency FB" panose="020B0503020202020204" pitchFamily="34" charset="0"/>
              </a:rPr>
              <a:t>      char passenger middle name[21];</a:t>
            </a:r>
          </a:p>
          <a:p>
            <a:pPr marL="0" indent="0">
              <a:buNone/>
            </a:pPr>
            <a:r>
              <a:rPr lang="en-US" sz="9600" dirty="0">
                <a:latin typeface="Agency FB" panose="020B0503020202020204" pitchFamily="34" charset="0"/>
              </a:rPr>
              <a:t>      char passenger last name[21];</a:t>
            </a:r>
          </a:p>
          <a:p>
            <a:pPr marL="0" indent="0">
              <a:buNone/>
            </a:pPr>
            <a:r>
              <a:rPr lang="en-US" sz="9600" dirty="0">
                <a:latin typeface="Agency FB" panose="020B0503020202020204" pitchFamily="34" charset="0"/>
              </a:rPr>
              <a:t>       int age;</a:t>
            </a:r>
          </a:p>
          <a:p>
            <a:pPr marL="0" indent="0">
              <a:buNone/>
            </a:pPr>
            <a:r>
              <a:rPr lang="en-US" sz="9600" dirty="0">
                <a:latin typeface="Agency FB" panose="020B0503020202020204" pitchFamily="34" charset="0"/>
              </a:rPr>
              <a:t>      char train name[21];</a:t>
            </a:r>
          </a:p>
          <a:p>
            <a:pPr marL="0" indent="0">
              <a:buNone/>
            </a:pPr>
            <a:r>
              <a:rPr lang="en-US" sz="9600" dirty="0">
                <a:latin typeface="Agency FB" panose="020B0503020202020204" pitchFamily="34" charset="0"/>
              </a:rPr>
              <a:t>      int </a:t>
            </a:r>
            <a:r>
              <a:rPr lang="en-US" sz="9600" dirty="0" err="1">
                <a:latin typeface="Agency FB" panose="020B0503020202020204" pitchFamily="34" charset="0"/>
              </a:rPr>
              <a:t>pnr</a:t>
            </a:r>
            <a:r>
              <a:rPr lang="en-US" sz="9600" dirty="0">
                <a:latin typeface="Agency FB" panose="020B0503020202020204" pitchFamily="34" charset="0"/>
              </a:rPr>
              <a:t> </a:t>
            </a:r>
            <a:r>
              <a:rPr lang="en-US" sz="9600" dirty="0" err="1">
                <a:latin typeface="Agency FB" panose="020B0503020202020204" pitchFamily="34" charset="0"/>
              </a:rPr>
              <a:t>n.o</a:t>
            </a:r>
            <a:r>
              <a:rPr lang="en-US" sz="9600" dirty="0">
                <a:latin typeface="Agency FB" panose="020B0503020202020204" pitchFamily="34" charset="0"/>
              </a:rPr>
              <a:t>;</a:t>
            </a:r>
          </a:p>
          <a:p>
            <a:pPr marL="0" indent="0">
              <a:buNone/>
            </a:pPr>
            <a:r>
              <a:rPr lang="en-US" sz="9600" dirty="0">
                <a:latin typeface="Agency FB" panose="020B0503020202020204" pitchFamily="34" charset="0"/>
              </a:rPr>
              <a:t>       char From[21];</a:t>
            </a:r>
          </a:p>
          <a:p>
            <a:pPr marL="0" indent="0">
              <a:buNone/>
            </a:pPr>
            <a:r>
              <a:rPr lang="en-US" sz="9600" dirty="0">
                <a:latin typeface="Agency FB" panose="020B0503020202020204" pitchFamily="34" charset="0"/>
              </a:rPr>
              <a:t>        Char To[21];</a:t>
            </a:r>
          </a:p>
          <a:p>
            <a:pPr marL="0" indent="0">
              <a:buNone/>
            </a:pPr>
            <a:r>
              <a:rPr lang="en-IN" sz="9600" dirty="0">
                <a:latin typeface="Agency FB" panose="020B0503020202020204" pitchFamily="34" charset="0"/>
              </a:rPr>
              <a:t>         int </a:t>
            </a:r>
            <a:r>
              <a:rPr lang="en-IN" sz="9600" dirty="0" err="1">
                <a:latin typeface="Agency FB" panose="020B0503020202020204" pitchFamily="34" charset="0"/>
              </a:rPr>
              <a:t>n.o</a:t>
            </a:r>
            <a:r>
              <a:rPr lang="en-IN" sz="9600" dirty="0">
                <a:latin typeface="Agency FB" panose="020B0503020202020204" pitchFamily="34" charset="0"/>
              </a:rPr>
              <a:t> of tickets;</a:t>
            </a:r>
          </a:p>
          <a:p>
            <a:pPr marL="0" indent="0">
              <a:buNone/>
            </a:pPr>
            <a:endParaRPr lang="en-IN" dirty="0">
              <a:latin typeface="Agency FB" panose="020B0503020202020204" pitchFamily="34" charset="0"/>
            </a:endParaRPr>
          </a:p>
        </p:txBody>
      </p:sp>
    </p:spTree>
    <p:extLst>
      <p:ext uri="{BB962C8B-B14F-4D97-AF65-F5344CB8AC3E}">
        <p14:creationId xmlns:p14="http://schemas.microsoft.com/office/powerpoint/2010/main" val="403646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BEED7-5742-FA4E-621C-414D8AE87A41}"/>
              </a:ext>
            </a:extLst>
          </p:cNvPr>
          <p:cNvSpPr>
            <a:spLocks noGrp="1"/>
          </p:cNvSpPr>
          <p:nvPr>
            <p:ph type="title"/>
          </p:nvPr>
        </p:nvSpPr>
        <p:spPr>
          <a:xfrm>
            <a:off x="166171" y="354108"/>
            <a:ext cx="10515600" cy="1325563"/>
          </a:xfrm>
        </p:spPr>
        <p:txBody>
          <a:bodyPr/>
          <a:lstStyle/>
          <a:p>
            <a:r>
              <a:rPr lang="en-US" dirty="0">
                <a:solidFill>
                  <a:srgbClr val="92D050"/>
                </a:solidFill>
                <a:latin typeface="Agency FB" panose="020B0503020202020204" pitchFamily="34" charset="0"/>
              </a:rPr>
              <a:t>IMPLEMENTATION DETAILS</a:t>
            </a:r>
            <a:endParaRPr lang="en-IN" dirty="0">
              <a:solidFill>
                <a:srgbClr val="92D050"/>
              </a:solidFill>
              <a:latin typeface="Agency FB" panose="020B0503020202020204" pitchFamily="34" charset="0"/>
            </a:endParaRPr>
          </a:p>
        </p:txBody>
      </p:sp>
      <p:sp>
        <p:nvSpPr>
          <p:cNvPr id="3" name="Content Placeholder 2">
            <a:extLst>
              <a:ext uri="{FF2B5EF4-FFF2-40B4-BE49-F238E27FC236}">
                <a16:creationId xmlns:a16="http://schemas.microsoft.com/office/drawing/2014/main" id="{5B4498F9-08FD-3E83-8FBB-0F8EF28ED502}"/>
              </a:ext>
            </a:extLst>
          </p:cNvPr>
          <p:cNvSpPr>
            <a:spLocks noGrp="1"/>
          </p:cNvSpPr>
          <p:nvPr>
            <p:ph idx="1"/>
          </p:nvPr>
        </p:nvSpPr>
        <p:spPr>
          <a:xfrm>
            <a:off x="594911" y="1277957"/>
            <a:ext cx="10758889" cy="4899006"/>
          </a:xfrm>
        </p:spPr>
        <p:txBody>
          <a:bodyPr/>
          <a:lstStyle/>
          <a:p>
            <a:r>
              <a:rPr lang="en-US" dirty="0">
                <a:latin typeface="Agency FB" panose="020B0503020202020204" pitchFamily="34" charset="0"/>
              </a:rPr>
              <a:t>Important Snippets</a:t>
            </a:r>
          </a:p>
          <a:p>
            <a:r>
              <a:rPr lang="en-US" dirty="0">
                <a:latin typeface="Agency FB" panose="020B0503020202020204" pitchFamily="34" charset="0"/>
              </a:rPr>
              <a:t>1)Structure for details</a:t>
            </a:r>
          </a:p>
          <a:p>
            <a:r>
              <a:rPr lang="en-US" sz="2400" dirty="0">
                <a:latin typeface="Agency FB" panose="020B0503020202020204" pitchFamily="34" charset="0"/>
              </a:rPr>
              <a:t>Struct details{</a:t>
            </a:r>
            <a:br>
              <a:rPr lang="en-US" sz="2400" dirty="0">
                <a:latin typeface="Agency FB" panose="020B0503020202020204" pitchFamily="34" charset="0"/>
              </a:rPr>
            </a:br>
            <a:r>
              <a:rPr lang="en-US" sz="2400" dirty="0">
                <a:latin typeface="Agency FB" panose="020B0503020202020204" pitchFamily="34" charset="0"/>
              </a:rPr>
              <a:t>char  name[51];</a:t>
            </a:r>
          </a:p>
          <a:p>
            <a:r>
              <a:rPr lang="en-US" sz="2400" dirty="0">
                <a:latin typeface="Agency FB" panose="020B0503020202020204" pitchFamily="34" charset="0"/>
              </a:rPr>
              <a:t>Int age;</a:t>
            </a:r>
          </a:p>
          <a:p>
            <a:r>
              <a:rPr lang="en-US" sz="2400" dirty="0">
                <a:latin typeface="Agency FB" panose="020B0503020202020204" pitchFamily="34" charset="0"/>
              </a:rPr>
              <a:t>Char train name[21];</a:t>
            </a:r>
          </a:p>
          <a:p>
            <a:r>
              <a:rPr lang="en-US" sz="2400" dirty="0">
                <a:latin typeface="Agency FB" panose="020B0503020202020204" pitchFamily="34" charset="0"/>
              </a:rPr>
              <a:t>Int </a:t>
            </a:r>
          </a:p>
          <a:p>
            <a:r>
              <a:rPr lang="en-US" sz="2400" dirty="0">
                <a:latin typeface="Agency FB" panose="020B0503020202020204" pitchFamily="34" charset="0"/>
              </a:rPr>
              <a:t>Char From[21];</a:t>
            </a:r>
          </a:p>
          <a:p>
            <a:r>
              <a:rPr lang="en-US" sz="2400" dirty="0">
                <a:latin typeface="Agency FB" panose="020B0503020202020204" pitchFamily="34" charset="0"/>
              </a:rPr>
              <a:t>Char To[21];</a:t>
            </a:r>
          </a:p>
          <a:p>
            <a:r>
              <a:rPr lang="en-US" sz="2400" dirty="0">
                <a:latin typeface="Agency FB" panose="020B0503020202020204" pitchFamily="34" charset="0"/>
              </a:rPr>
              <a:t>Int number of tickets;</a:t>
            </a:r>
          </a:p>
          <a:p>
            <a:pPr marL="0" indent="0">
              <a:buNone/>
            </a:pPr>
            <a:endParaRPr lang="en-IN" dirty="0"/>
          </a:p>
        </p:txBody>
      </p:sp>
    </p:spTree>
    <p:extLst>
      <p:ext uri="{BB962C8B-B14F-4D97-AF65-F5344CB8AC3E}">
        <p14:creationId xmlns:p14="http://schemas.microsoft.com/office/powerpoint/2010/main" val="842554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67ED4-DD8F-E974-9A8F-D32B4E77DF6B}"/>
              </a:ext>
            </a:extLst>
          </p:cNvPr>
          <p:cNvSpPr>
            <a:spLocks noGrp="1"/>
          </p:cNvSpPr>
          <p:nvPr>
            <p:ph idx="1"/>
          </p:nvPr>
        </p:nvSpPr>
        <p:spPr>
          <a:xfrm>
            <a:off x="152400" y="137160"/>
            <a:ext cx="11917680" cy="6720840"/>
          </a:xfrm>
        </p:spPr>
        <p:txBody>
          <a:bodyPr>
            <a:normAutofit fontScale="85000" lnSpcReduction="20000"/>
          </a:bodyPr>
          <a:lstStyle/>
          <a:p>
            <a:r>
              <a:rPr lang="en-US" dirty="0">
                <a:latin typeface="Agency FB" panose="020B0503020202020204" pitchFamily="34" charset="0"/>
              </a:rPr>
              <a:t>2)Declare a void function for taking input of details of passenger</a:t>
            </a:r>
          </a:p>
          <a:p>
            <a:endParaRPr lang="en-US" dirty="0">
              <a:latin typeface="Agency FB" panose="020B0503020202020204" pitchFamily="34" charset="0"/>
            </a:endParaRPr>
          </a:p>
          <a:p>
            <a:r>
              <a:rPr lang="en-US" dirty="0">
                <a:latin typeface="Agency FB" panose="020B0503020202020204" pitchFamily="34" charset="0"/>
              </a:rPr>
              <a:t>3)In main function declare variables int choice , </a:t>
            </a:r>
            <a:r>
              <a:rPr lang="en-US" dirty="0" err="1">
                <a:latin typeface="Agency FB" panose="020B0503020202020204" pitchFamily="34" charset="0"/>
              </a:rPr>
              <a:t>canceltickets</a:t>
            </a:r>
            <a:r>
              <a:rPr lang="en-US" dirty="0">
                <a:latin typeface="Agency FB" panose="020B0503020202020204" pitchFamily="34" charset="0"/>
              </a:rPr>
              <a:t> , total fare</a:t>
            </a:r>
          </a:p>
          <a:p>
            <a:r>
              <a:rPr lang="en-US" dirty="0">
                <a:latin typeface="Agency FB" panose="020B0503020202020204" pitchFamily="34" charset="0"/>
              </a:rPr>
              <a:t>Declare and initialize variables seats=1100 , waiting list=51 ,ticket price=2100;</a:t>
            </a:r>
          </a:p>
          <a:p>
            <a:endParaRPr lang="en-US" dirty="0">
              <a:latin typeface="Agency FB" panose="020B0503020202020204" pitchFamily="34" charset="0"/>
            </a:endParaRPr>
          </a:p>
          <a:p>
            <a:r>
              <a:rPr lang="en-US" dirty="0">
                <a:latin typeface="Agency FB" panose="020B0503020202020204" pitchFamily="34" charset="0"/>
              </a:rPr>
              <a:t>4)Display a message “Indian Railway Welcomes You”</a:t>
            </a:r>
          </a:p>
          <a:p>
            <a:endParaRPr lang="en-US" dirty="0">
              <a:latin typeface="Agency FB" panose="020B0503020202020204" pitchFamily="34" charset="0"/>
            </a:endParaRPr>
          </a:p>
          <a:p>
            <a:r>
              <a:rPr lang="en-US" dirty="0">
                <a:latin typeface="Agency FB" panose="020B0503020202020204" pitchFamily="34" charset="0"/>
              </a:rPr>
              <a:t>5)Use do – while loop repeat until user choose exit option(</a:t>
            </a:r>
            <a:r>
              <a:rPr lang="en-US" dirty="0" err="1">
                <a:latin typeface="Agency FB" panose="020B0503020202020204" pitchFamily="34" charset="0"/>
              </a:rPr>
              <a:t>i.e</a:t>
            </a:r>
            <a:r>
              <a:rPr lang="en-US" dirty="0">
                <a:latin typeface="Agency FB" panose="020B0503020202020204" pitchFamily="34" charset="0"/>
              </a:rPr>
              <a:t> case 4)</a:t>
            </a:r>
          </a:p>
          <a:p>
            <a:r>
              <a:rPr lang="en-US" dirty="0">
                <a:latin typeface="Agency FB" panose="020B0503020202020204" pitchFamily="34" charset="0"/>
              </a:rPr>
              <a:t>In the loop print menu a)show menu:</a:t>
            </a:r>
          </a:p>
          <a:p>
            <a:r>
              <a:rPr lang="en-US" dirty="0">
                <a:latin typeface="Agency FB" panose="020B0503020202020204" pitchFamily="34" charset="0"/>
              </a:rPr>
              <a:t>1)book ticket</a:t>
            </a:r>
          </a:p>
          <a:p>
            <a:r>
              <a:rPr lang="en-US" dirty="0">
                <a:latin typeface="Agency FB" panose="020B0503020202020204" pitchFamily="34" charset="0"/>
              </a:rPr>
              <a:t>2)check available seats</a:t>
            </a:r>
          </a:p>
          <a:p>
            <a:r>
              <a:rPr lang="en-US" dirty="0">
                <a:latin typeface="Agency FB" panose="020B0503020202020204" pitchFamily="34" charset="0"/>
              </a:rPr>
              <a:t>3)cancel ticket</a:t>
            </a:r>
          </a:p>
          <a:p>
            <a:r>
              <a:rPr lang="en-US" dirty="0">
                <a:latin typeface="Agency FB" panose="020B0503020202020204" pitchFamily="34" charset="0"/>
              </a:rPr>
              <a:t>4)exit</a:t>
            </a:r>
          </a:p>
          <a:p>
            <a:endParaRPr lang="en-US" dirty="0">
              <a:latin typeface="Agency FB" panose="020B0503020202020204" pitchFamily="34" charset="0"/>
            </a:endParaRPr>
          </a:p>
          <a:p>
            <a:r>
              <a:rPr lang="en-US" dirty="0">
                <a:latin typeface="Agency FB" panose="020B0503020202020204" pitchFamily="34" charset="0"/>
              </a:rPr>
              <a:t>and </a:t>
            </a:r>
          </a:p>
          <a:p>
            <a:r>
              <a:rPr lang="en-US" dirty="0">
                <a:latin typeface="Agency FB" panose="020B0503020202020204" pitchFamily="34" charset="0"/>
              </a:rPr>
              <a:t>print “enter your choice” and take input choice</a:t>
            </a:r>
          </a:p>
          <a:p>
            <a:r>
              <a:rPr lang="en-US" dirty="0">
                <a:latin typeface="Agency FB" panose="020B0503020202020204" pitchFamily="34" charset="0"/>
              </a:rPr>
              <a:t>Use switch case for choice</a:t>
            </a:r>
          </a:p>
        </p:txBody>
      </p:sp>
    </p:spTree>
    <p:extLst>
      <p:ext uri="{BB962C8B-B14F-4D97-AF65-F5344CB8AC3E}">
        <p14:creationId xmlns:p14="http://schemas.microsoft.com/office/powerpoint/2010/main" val="1081573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5803C-67B2-FBA5-D323-99E64FA78CD0}"/>
              </a:ext>
            </a:extLst>
          </p:cNvPr>
          <p:cNvSpPr>
            <a:spLocks noGrp="1"/>
          </p:cNvSpPr>
          <p:nvPr>
            <p:ph type="title"/>
          </p:nvPr>
        </p:nvSpPr>
        <p:spPr>
          <a:xfrm>
            <a:off x="522234" y="2907468"/>
            <a:ext cx="12192000" cy="1965277"/>
          </a:xfrm>
        </p:spPr>
        <p:txBody>
          <a:bodyPr>
            <a:normAutofit fontScale="90000"/>
          </a:bodyPr>
          <a:lstStyle/>
          <a:p>
            <a:r>
              <a:rPr lang="en-US" sz="1800" dirty="0"/>
              <a:t>6</a:t>
            </a:r>
            <a:r>
              <a:rPr lang="en-US" sz="2700" dirty="0">
                <a:latin typeface="Agency FB" panose="020B0503020202020204" pitchFamily="34" charset="0"/>
              </a:rPr>
              <a:t>) If choice is 1(book ticket)</a:t>
            </a:r>
            <a:br>
              <a:rPr lang="en-US" sz="2700" dirty="0">
                <a:latin typeface="Agency FB" panose="020B0503020202020204" pitchFamily="34" charset="0"/>
              </a:rPr>
            </a:br>
            <a:r>
              <a:rPr lang="en-US" sz="2700" dirty="0">
                <a:latin typeface="Agency FB" panose="020B0503020202020204" pitchFamily="34" charset="0"/>
              </a:rPr>
              <a:t>call ticket booking(&amp;p); to collect all passenger’s details</a:t>
            </a:r>
            <a:br>
              <a:rPr lang="en-US" sz="2700" dirty="0">
                <a:latin typeface="Agency FB" panose="020B0503020202020204" pitchFamily="34" charset="0"/>
              </a:rPr>
            </a:br>
            <a:r>
              <a:rPr lang="en-US" sz="2700" dirty="0">
                <a:latin typeface="Agency FB" panose="020B0503020202020204" pitchFamily="34" charset="0"/>
              </a:rPr>
              <a:t>if request tickets are less than equal to seats(tickets&lt;=seats);</a:t>
            </a:r>
            <a:br>
              <a:rPr lang="en-US" sz="2700" dirty="0">
                <a:latin typeface="Agency FB" panose="020B0503020202020204" pitchFamily="34" charset="0"/>
              </a:rPr>
            </a:br>
            <a:r>
              <a:rPr lang="en-US" sz="2700" dirty="0">
                <a:latin typeface="Agency FB" panose="020B0503020202020204" pitchFamily="34" charset="0"/>
              </a:rPr>
              <a:t>*seats=seats-p.no of tickets</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*total_fare=p.no of tickets*tickets price;</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print booking  confirmation and passenger’s details.</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*else if requested tickets&lt;=seats + waiting list</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*tickets in waiting=p.no of tickets-seats</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waiting list-=tickets in waiting</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*seats=</a:t>
            </a:r>
            <a:r>
              <a:rPr lang="en-US" sz="2700" dirty="0">
                <a:latin typeface="+mn-lt"/>
              </a:rPr>
              <a:t>0;</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*print waiting list message</a:t>
            </a:r>
            <a:br>
              <a:rPr lang="en-US" sz="2700" dirty="0">
                <a:latin typeface="Agency FB" panose="020B0503020202020204" pitchFamily="34" charset="0"/>
              </a:rPr>
            </a:br>
            <a:br>
              <a:rPr lang="en-US" sz="2700" dirty="0">
                <a:latin typeface="Agency FB" panose="020B0503020202020204" pitchFamily="34" charset="0"/>
              </a:rPr>
            </a:br>
            <a:r>
              <a:rPr lang="en-US" sz="2700" dirty="0">
                <a:latin typeface="Agency FB" panose="020B0503020202020204" pitchFamily="34" charset="0"/>
              </a:rPr>
              <a:t>else;</a:t>
            </a:r>
            <a:br>
              <a:rPr lang="en-US" sz="2700" dirty="0">
                <a:latin typeface="Agency FB" panose="020B0503020202020204" pitchFamily="34" charset="0"/>
              </a:rPr>
            </a:br>
            <a:r>
              <a:rPr lang="en-US" sz="2700" dirty="0">
                <a:latin typeface="Agency FB" panose="020B0503020202020204" pitchFamily="34" charset="0"/>
              </a:rPr>
              <a:t>print no tickets </a:t>
            </a:r>
            <a:r>
              <a:rPr lang="en-US" sz="2700" dirty="0" err="1">
                <a:latin typeface="Agency FB" panose="020B0503020202020204" pitchFamily="34" charset="0"/>
              </a:rPr>
              <a:t>availabilty</a:t>
            </a:r>
            <a:r>
              <a:rPr lang="en-US" sz="2700" dirty="0">
                <a:latin typeface="Agency FB" panose="020B0503020202020204" pitchFamily="34" charset="0"/>
              </a:rPr>
              <a:t> message</a:t>
            </a:r>
            <a:br>
              <a:rPr lang="en-US" sz="2700" dirty="0">
                <a:latin typeface="Agency FB" panose="020B0503020202020204" pitchFamily="34" charset="0"/>
              </a:rPr>
            </a:br>
            <a:br>
              <a:rPr lang="en-US" sz="2700" dirty="0">
                <a:latin typeface="Agency FB" panose="020B0503020202020204" pitchFamily="34" charset="0"/>
              </a:rPr>
            </a:br>
            <a:br>
              <a:rPr lang="en-US" sz="2700" dirty="0"/>
            </a:br>
            <a:endParaRPr lang="en-IN" sz="1800" dirty="0"/>
          </a:p>
        </p:txBody>
      </p:sp>
    </p:spTree>
    <p:extLst>
      <p:ext uri="{BB962C8B-B14F-4D97-AF65-F5344CB8AC3E}">
        <p14:creationId xmlns:p14="http://schemas.microsoft.com/office/powerpoint/2010/main" val="1413939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3BD2-7EF9-7DE8-E5A1-3BC56A9AE6AD}"/>
              </a:ext>
            </a:extLst>
          </p:cNvPr>
          <p:cNvSpPr>
            <a:spLocks noGrp="1"/>
          </p:cNvSpPr>
          <p:nvPr>
            <p:ph type="title"/>
          </p:nvPr>
        </p:nvSpPr>
        <p:spPr>
          <a:xfrm>
            <a:off x="114870" y="1900451"/>
            <a:ext cx="10515600" cy="1325563"/>
          </a:xfrm>
        </p:spPr>
        <p:txBody>
          <a:bodyPr>
            <a:noAutofit/>
          </a:bodyPr>
          <a:lstStyle/>
          <a:p>
            <a:r>
              <a:rPr lang="en-US" sz="2400" dirty="0">
                <a:latin typeface="Agency FB" panose="020B0503020202020204" pitchFamily="34" charset="0"/>
              </a:rPr>
              <a:t>7) Case 2: If choice is 2:</a:t>
            </a:r>
            <a:br>
              <a:rPr lang="en-US" sz="2400" dirty="0">
                <a:latin typeface="Agency FB" panose="020B0503020202020204" pitchFamily="34" charset="0"/>
              </a:rPr>
            </a:br>
            <a:r>
              <a:rPr lang="en-US" sz="2400" dirty="0">
                <a:latin typeface="Agency FB" panose="020B0503020202020204" pitchFamily="34" charset="0"/>
              </a:rPr>
              <a:t>print available seats and waiting list count</a:t>
            </a:r>
            <a:br>
              <a:rPr lang="en-US" sz="2400" dirty="0">
                <a:latin typeface="Agency FB" panose="020B0503020202020204" pitchFamily="34" charset="0"/>
              </a:rPr>
            </a:br>
            <a:br>
              <a:rPr lang="en-US" sz="2400" dirty="0">
                <a:latin typeface="Agency FB" panose="020B0503020202020204" pitchFamily="34" charset="0"/>
              </a:rPr>
            </a:br>
            <a:r>
              <a:rPr lang="en-US" sz="2400" dirty="0">
                <a:latin typeface="Agency FB" panose="020B0503020202020204" pitchFamily="34" charset="0"/>
              </a:rPr>
              <a:t>8) If choice is 3:</a:t>
            </a:r>
            <a:br>
              <a:rPr lang="en-US" sz="2400" dirty="0">
                <a:latin typeface="Agency FB" panose="020B0503020202020204" pitchFamily="34" charset="0"/>
              </a:rPr>
            </a:br>
            <a:r>
              <a:rPr lang="en-US" sz="2400" dirty="0">
                <a:latin typeface="Agency FB" panose="020B0503020202020204" pitchFamily="34" charset="0"/>
              </a:rPr>
              <a:t>ask user to how many tickets he/she wants to cancel</a:t>
            </a:r>
            <a:br>
              <a:rPr lang="en-US" sz="2400" dirty="0">
                <a:latin typeface="Agency FB" panose="020B0503020202020204" pitchFamily="34" charset="0"/>
              </a:rPr>
            </a:br>
            <a:br>
              <a:rPr lang="en-US" sz="2400" dirty="0">
                <a:latin typeface="Agency FB" panose="020B0503020202020204" pitchFamily="34" charset="0"/>
              </a:rPr>
            </a:br>
            <a:r>
              <a:rPr lang="en-US" sz="2400" dirty="0">
                <a:latin typeface="Agency FB" panose="020B0503020202020204" pitchFamily="34" charset="0"/>
              </a:rPr>
              <a:t>*seats-=cancel tickets</a:t>
            </a:r>
            <a:br>
              <a:rPr lang="en-US" sz="2400" dirty="0">
                <a:latin typeface="Agency FB" panose="020B0503020202020204" pitchFamily="34" charset="0"/>
              </a:rPr>
            </a:br>
            <a:r>
              <a:rPr lang="en-US" sz="2400" dirty="0">
                <a:latin typeface="Agency FB" panose="020B0503020202020204" pitchFamily="34" charset="0"/>
              </a:rPr>
              <a:t>*print updated seats.</a:t>
            </a:r>
            <a:br>
              <a:rPr lang="en-US" sz="2400" dirty="0">
                <a:latin typeface="Agency FB" panose="020B0503020202020204" pitchFamily="34" charset="0"/>
              </a:rPr>
            </a:br>
            <a:br>
              <a:rPr lang="en-US" sz="2400" dirty="0">
                <a:latin typeface="Agency FB" panose="020B0503020202020204" pitchFamily="34" charset="0"/>
              </a:rPr>
            </a:br>
            <a:r>
              <a:rPr lang="en-US" sz="2400" dirty="0">
                <a:latin typeface="Agency FB" panose="020B0503020202020204" pitchFamily="34" charset="0"/>
              </a:rPr>
              <a:t>9)If choice is 4:</a:t>
            </a:r>
            <a:br>
              <a:rPr lang="en-US" sz="2400" dirty="0">
                <a:latin typeface="Agency FB" panose="020B0503020202020204" pitchFamily="34" charset="0"/>
              </a:rPr>
            </a:br>
            <a:r>
              <a:rPr lang="en-US" sz="2400" dirty="0">
                <a:latin typeface="Agency FB" panose="020B0503020202020204" pitchFamily="34" charset="0"/>
              </a:rPr>
              <a:t>print thank you message</a:t>
            </a:r>
            <a:br>
              <a:rPr lang="en-US" sz="2400" dirty="0">
                <a:latin typeface="Agency FB" panose="020B0503020202020204" pitchFamily="34" charset="0"/>
              </a:rPr>
            </a:br>
            <a:r>
              <a:rPr lang="en-US" sz="2400" dirty="0">
                <a:latin typeface="Agency FB" panose="020B0503020202020204" pitchFamily="34" charset="0"/>
              </a:rPr>
              <a:t>Exit lop</a:t>
            </a:r>
            <a:br>
              <a:rPr lang="en-US" sz="2400" dirty="0">
                <a:latin typeface="Agency FB" panose="020B0503020202020204" pitchFamily="34" charset="0"/>
              </a:rPr>
            </a:br>
            <a:br>
              <a:rPr lang="en-US" sz="2400" dirty="0">
                <a:latin typeface="Agency FB" panose="020B0503020202020204" pitchFamily="34" charset="0"/>
              </a:rPr>
            </a:br>
            <a:r>
              <a:rPr lang="en-US" sz="2400" dirty="0">
                <a:latin typeface="Agency FB" panose="020B0503020202020204" pitchFamily="34" charset="0"/>
              </a:rPr>
              <a:t>10) end</a:t>
            </a:r>
            <a:endParaRPr lang="en-IN" sz="2400" dirty="0">
              <a:latin typeface="Agency FB" panose="020B0503020202020204" pitchFamily="34" charset="0"/>
            </a:endParaRPr>
          </a:p>
        </p:txBody>
      </p:sp>
    </p:spTree>
    <p:extLst>
      <p:ext uri="{BB962C8B-B14F-4D97-AF65-F5344CB8AC3E}">
        <p14:creationId xmlns:p14="http://schemas.microsoft.com/office/powerpoint/2010/main" val="4070851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1E4B7-0213-7294-2DEC-A76170CB6D98}"/>
              </a:ext>
            </a:extLst>
          </p:cNvPr>
          <p:cNvSpPr>
            <a:spLocks noGrp="1"/>
          </p:cNvSpPr>
          <p:nvPr>
            <p:ph type="title"/>
          </p:nvPr>
        </p:nvSpPr>
        <p:spPr>
          <a:xfrm>
            <a:off x="374176" y="2103437"/>
            <a:ext cx="10515600" cy="1325563"/>
          </a:xfrm>
        </p:spPr>
        <p:txBody>
          <a:bodyPr>
            <a:normAutofit fontScale="90000"/>
          </a:bodyPr>
          <a:lstStyle/>
          <a:p>
            <a:r>
              <a:rPr lang="en-US" dirty="0">
                <a:solidFill>
                  <a:srgbClr val="92D050"/>
                </a:solidFill>
                <a:latin typeface="Agency FB" panose="020B0503020202020204" pitchFamily="34" charset="0"/>
              </a:rPr>
              <a:t>TESTING &amp; RESULTS</a:t>
            </a:r>
            <a:br>
              <a:rPr lang="en-US" sz="2400" dirty="0">
                <a:latin typeface="Agency FB" panose="020B0503020202020204" pitchFamily="34" charset="0"/>
              </a:rPr>
            </a:br>
            <a:r>
              <a:rPr lang="en-US" sz="4000" dirty="0">
                <a:latin typeface="Agency FB" panose="020B0503020202020204" pitchFamily="34" charset="0"/>
              </a:rPr>
              <a:t>Test Case Examples:</a:t>
            </a:r>
            <a:br>
              <a:rPr lang="en-US" sz="4000" dirty="0">
                <a:latin typeface="Agency FB" panose="020B0503020202020204" pitchFamily="34" charset="0"/>
              </a:rPr>
            </a:br>
            <a:r>
              <a:rPr lang="en-US" sz="4000" dirty="0">
                <a:latin typeface="Agency FB" panose="020B0503020202020204" pitchFamily="34" charset="0"/>
              </a:rPr>
              <a:t>1) Valid booking , seats available -: Ticket Generated</a:t>
            </a:r>
            <a:br>
              <a:rPr lang="en-US" sz="4000" dirty="0">
                <a:latin typeface="Agency FB" panose="020B0503020202020204" pitchFamily="34" charset="0"/>
              </a:rPr>
            </a:br>
            <a:r>
              <a:rPr lang="en-US" sz="4000" dirty="0">
                <a:latin typeface="Agency FB" panose="020B0503020202020204" pitchFamily="34" charset="0"/>
              </a:rPr>
              <a:t>2) Seats not available : Added to waiting list</a:t>
            </a:r>
            <a:br>
              <a:rPr lang="en-US" sz="2400" dirty="0">
                <a:latin typeface="Agency FB" panose="020B0503020202020204" pitchFamily="34" charset="0"/>
              </a:rPr>
            </a:br>
            <a:br>
              <a:rPr lang="en-US" sz="2400" dirty="0">
                <a:latin typeface="Agency FB" panose="020B0503020202020204" pitchFamily="34" charset="0"/>
              </a:rPr>
            </a:br>
            <a:br>
              <a:rPr lang="en-US" sz="2400" dirty="0">
                <a:latin typeface="Agency FB" panose="020B0503020202020204" pitchFamily="34" charset="0"/>
              </a:rPr>
            </a:br>
            <a:br>
              <a:rPr lang="en-US" sz="2400" dirty="0">
                <a:latin typeface="Agency FB" panose="020B0503020202020204" pitchFamily="34" charset="0"/>
              </a:rPr>
            </a:br>
            <a:br>
              <a:rPr lang="en-US" dirty="0">
                <a:latin typeface="Agency FB" panose="020B0503020202020204" pitchFamily="34" charset="0"/>
              </a:rPr>
            </a:br>
            <a:endParaRPr lang="en-IN" dirty="0">
              <a:latin typeface="Agency FB" panose="020B0503020202020204" pitchFamily="34" charset="0"/>
            </a:endParaRPr>
          </a:p>
        </p:txBody>
      </p:sp>
    </p:spTree>
    <p:extLst>
      <p:ext uri="{BB962C8B-B14F-4D97-AF65-F5344CB8AC3E}">
        <p14:creationId xmlns:p14="http://schemas.microsoft.com/office/powerpoint/2010/main" val="2588516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2210C-9DC6-6896-7D2F-E64EFAF12984}"/>
              </a:ext>
            </a:extLst>
          </p:cNvPr>
          <p:cNvSpPr>
            <a:spLocks noGrp="1"/>
          </p:cNvSpPr>
          <p:nvPr>
            <p:ph type="title"/>
          </p:nvPr>
        </p:nvSpPr>
        <p:spPr/>
        <p:txBody>
          <a:bodyPr/>
          <a:lstStyle/>
          <a:p>
            <a:r>
              <a:rPr lang="en-US" dirty="0">
                <a:latin typeface="Agency FB" panose="020B0503020202020204" pitchFamily="34" charset="0"/>
              </a:rPr>
              <a:t>3) </a:t>
            </a:r>
            <a:r>
              <a:rPr lang="en-US" dirty="0">
                <a:solidFill>
                  <a:srgbClr val="92D050"/>
                </a:solidFill>
                <a:latin typeface="Agency FB" panose="020B0503020202020204" pitchFamily="34" charset="0"/>
              </a:rPr>
              <a:t>EXECUTION SCREENSHOT</a:t>
            </a:r>
            <a:endParaRPr lang="en-IN" dirty="0">
              <a:solidFill>
                <a:srgbClr val="92D050"/>
              </a:solidFill>
              <a:latin typeface="Agency FB" panose="020B0503020202020204" pitchFamily="34" charset="0"/>
            </a:endParaRPr>
          </a:p>
        </p:txBody>
      </p:sp>
      <p:pic>
        <p:nvPicPr>
          <p:cNvPr id="4" name="Picture 3">
            <a:extLst>
              <a:ext uri="{FF2B5EF4-FFF2-40B4-BE49-F238E27FC236}">
                <a16:creationId xmlns:a16="http://schemas.microsoft.com/office/drawing/2014/main" id="{BB911D15-F2AB-A39A-7046-85C20632E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65" y="1473900"/>
            <a:ext cx="5404237" cy="4877324"/>
          </a:xfrm>
          <a:prstGeom prst="rect">
            <a:avLst/>
          </a:prstGeom>
        </p:spPr>
      </p:pic>
      <p:pic>
        <p:nvPicPr>
          <p:cNvPr id="6" name="Picture 5">
            <a:extLst>
              <a:ext uri="{FF2B5EF4-FFF2-40B4-BE49-F238E27FC236}">
                <a16:creationId xmlns:a16="http://schemas.microsoft.com/office/drawing/2014/main" id="{A3E4F943-A715-DE2D-D6A5-D13C1A5E6A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714" y="1509904"/>
            <a:ext cx="6256921" cy="4805315"/>
          </a:xfrm>
          <a:prstGeom prst="rect">
            <a:avLst/>
          </a:prstGeom>
        </p:spPr>
      </p:pic>
    </p:spTree>
    <p:extLst>
      <p:ext uri="{BB962C8B-B14F-4D97-AF65-F5344CB8AC3E}">
        <p14:creationId xmlns:p14="http://schemas.microsoft.com/office/powerpoint/2010/main" val="734395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BE46A-BD92-B15C-9ED3-2D8D16664AC8}"/>
              </a:ext>
            </a:extLst>
          </p:cNvPr>
          <p:cNvSpPr>
            <a:spLocks noGrp="1"/>
          </p:cNvSpPr>
          <p:nvPr>
            <p:ph type="title"/>
          </p:nvPr>
        </p:nvSpPr>
        <p:spPr>
          <a:xfrm>
            <a:off x="144138" y="111737"/>
            <a:ext cx="10515600" cy="1325563"/>
          </a:xfrm>
        </p:spPr>
        <p:txBody>
          <a:bodyPr/>
          <a:lstStyle/>
          <a:p>
            <a:r>
              <a:rPr lang="en-US" dirty="0">
                <a:solidFill>
                  <a:srgbClr val="92D050"/>
                </a:solidFill>
                <a:latin typeface="Agency FB" panose="020B0503020202020204" pitchFamily="34" charset="0"/>
              </a:rPr>
              <a:t>EXCUETION SCREENSHOT</a:t>
            </a:r>
            <a:endParaRPr lang="en-IN" dirty="0">
              <a:solidFill>
                <a:srgbClr val="92D050"/>
              </a:solidFill>
              <a:latin typeface="Agency FB" panose="020B0503020202020204" pitchFamily="34" charset="0"/>
            </a:endParaRPr>
          </a:p>
        </p:txBody>
      </p:sp>
      <p:pic>
        <p:nvPicPr>
          <p:cNvPr id="4" name="Picture 3">
            <a:extLst>
              <a:ext uri="{FF2B5EF4-FFF2-40B4-BE49-F238E27FC236}">
                <a16:creationId xmlns:a16="http://schemas.microsoft.com/office/drawing/2014/main" id="{AA5B569C-1B5C-AB7E-4279-87D0A11F2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38" y="1166220"/>
            <a:ext cx="10283274" cy="5580043"/>
          </a:xfrm>
          <a:prstGeom prst="rect">
            <a:avLst/>
          </a:prstGeom>
        </p:spPr>
      </p:pic>
    </p:spTree>
    <p:extLst>
      <p:ext uri="{BB962C8B-B14F-4D97-AF65-F5344CB8AC3E}">
        <p14:creationId xmlns:p14="http://schemas.microsoft.com/office/powerpoint/2010/main" val="580041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EB1CA-455F-B87E-CD63-857550C562E7}"/>
              </a:ext>
            </a:extLst>
          </p:cNvPr>
          <p:cNvSpPr>
            <a:spLocks noGrp="1"/>
          </p:cNvSpPr>
          <p:nvPr>
            <p:ph type="title"/>
          </p:nvPr>
        </p:nvSpPr>
        <p:spPr>
          <a:xfrm>
            <a:off x="128517" y="2535119"/>
            <a:ext cx="10515600" cy="1325563"/>
          </a:xfrm>
        </p:spPr>
        <p:txBody>
          <a:bodyPr>
            <a:normAutofit fontScale="90000"/>
          </a:bodyPr>
          <a:lstStyle/>
          <a:p>
            <a:r>
              <a:rPr lang="en-US" dirty="0">
                <a:solidFill>
                  <a:srgbClr val="92D050"/>
                </a:solidFill>
                <a:latin typeface="Agency FB" panose="020B0503020202020204" pitchFamily="34" charset="0"/>
              </a:rPr>
              <a:t>CONCLUSION:</a:t>
            </a:r>
            <a:r>
              <a:rPr lang="en-US" dirty="0">
                <a:latin typeface="Agency FB" panose="020B0503020202020204" pitchFamily="34" charset="0"/>
              </a:rPr>
              <a:t> </a:t>
            </a:r>
            <a:r>
              <a:rPr lang="en-US" sz="3200" dirty="0">
                <a:latin typeface="Agency FB" panose="020B0503020202020204" pitchFamily="34" charset="0"/>
              </a:rPr>
              <a:t>The train ticket reservation system code </a:t>
            </a:r>
            <a:r>
              <a:rPr lang="en-US" sz="3200" dirty="0" err="1">
                <a:latin typeface="Agency FB" panose="020B0503020202020204" pitchFamily="34" charset="0"/>
              </a:rPr>
              <a:t>suceessfully</a:t>
            </a:r>
            <a:r>
              <a:rPr lang="en-US" sz="3200" dirty="0">
                <a:latin typeface="Agency FB" panose="020B0503020202020204" pitchFamily="34" charset="0"/>
              </a:rPr>
              <a:t> performs booking my tracking passenger’s inputs ,</a:t>
            </a:r>
            <a:r>
              <a:rPr lang="en-US" sz="3200" dirty="0" err="1">
                <a:latin typeface="Agency FB" panose="020B0503020202020204" pitchFamily="34" charset="0"/>
              </a:rPr>
              <a:t>caluclates</a:t>
            </a:r>
            <a:r>
              <a:rPr lang="en-US" sz="3200" dirty="0">
                <a:latin typeface="Agency FB" panose="020B0503020202020204" pitchFamily="34" charset="0"/>
              </a:rPr>
              <a:t> fare and generated ticket in printed format</a:t>
            </a:r>
            <a:br>
              <a:rPr lang="en-US" sz="3200" dirty="0">
                <a:latin typeface="Agency FB" panose="020B0503020202020204" pitchFamily="34" charset="0"/>
              </a:rPr>
            </a:br>
            <a:br>
              <a:rPr lang="en-US" sz="3200" dirty="0">
                <a:latin typeface="Agency FB" panose="020B0503020202020204" pitchFamily="34" charset="0"/>
              </a:rPr>
            </a:br>
            <a:br>
              <a:rPr lang="en-US" sz="3200" dirty="0">
                <a:latin typeface="Agency FB" panose="020B0503020202020204" pitchFamily="34" charset="0"/>
              </a:rPr>
            </a:br>
            <a:r>
              <a:rPr lang="en-US" sz="3200" dirty="0">
                <a:solidFill>
                  <a:srgbClr val="92D050"/>
                </a:solidFill>
                <a:latin typeface="Agency FB" panose="020B0503020202020204" pitchFamily="34" charset="0"/>
              </a:rPr>
              <a:t>FUTURE ENHANCEMENTS:</a:t>
            </a:r>
            <a:br>
              <a:rPr lang="en-US" sz="3200" dirty="0">
                <a:solidFill>
                  <a:srgbClr val="92D050"/>
                </a:solidFill>
                <a:latin typeface="Agency FB" panose="020B0503020202020204" pitchFamily="34" charset="0"/>
              </a:rPr>
            </a:br>
            <a:r>
              <a:rPr lang="en-US" sz="3200" dirty="0">
                <a:latin typeface="Agency FB" panose="020B0503020202020204" pitchFamily="34" charset="0"/>
              </a:rPr>
              <a:t>1)Add real time database storage</a:t>
            </a:r>
            <a:br>
              <a:rPr lang="en-US" sz="3200" dirty="0">
                <a:latin typeface="Agency FB" panose="020B0503020202020204" pitchFamily="34" charset="0"/>
              </a:rPr>
            </a:br>
            <a:r>
              <a:rPr lang="en-US" sz="3200" dirty="0">
                <a:latin typeface="Agency FB" panose="020B0503020202020204" pitchFamily="34" charset="0"/>
              </a:rPr>
              <a:t>2)Include details for passenger of each ticket</a:t>
            </a:r>
            <a:br>
              <a:rPr lang="en-US" sz="3200" dirty="0">
                <a:latin typeface="Agency FB" panose="020B0503020202020204" pitchFamily="34" charset="0"/>
              </a:rPr>
            </a:br>
            <a:r>
              <a:rPr lang="en-US" sz="3200" dirty="0">
                <a:latin typeface="Agency FB" panose="020B0503020202020204" pitchFamily="34" charset="0"/>
              </a:rPr>
              <a:t>3)Add features of showing passenger’s  seat </a:t>
            </a:r>
            <a:r>
              <a:rPr lang="en-US" sz="3200" dirty="0" err="1">
                <a:latin typeface="Agency FB" panose="020B0503020202020204" pitchFamily="34" charset="0"/>
              </a:rPr>
              <a:t>n.o</a:t>
            </a:r>
            <a:r>
              <a:rPr lang="en-US" sz="3200" dirty="0">
                <a:latin typeface="Agency FB" panose="020B0503020202020204" pitchFamily="34" charset="0"/>
              </a:rPr>
              <a:t> and his compartment</a:t>
            </a:r>
            <a:br>
              <a:rPr lang="en-US" sz="3200" dirty="0">
                <a:latin typeface="Agency FB" panose="020B0503020202020204" pitchFamily="34" charset="0"/>
              </a:rPr>
            </a:br>
            <a:r>
              <a:rPr lang="en-US" sz="3200" dirty="0">
                <a:latin typeface="Agency FB" panose="020B0503020202020204" pitchFamily="34" charset="0"/>
              </a:rPr>
              <a:t>4)Introduce multiple train classes like general ,1</a:t>
            </a:r>
            <a:r>
              <a:rPr lang="en-US" sz="3200" baseline="30000" dirty="0">
                <a:latin typeface="Agency FB" panose="020B0503020202020204" pitchFamily="34" charset="0"/>
              </a:rPr>
              <a:t>st</a:t>
            </a:r>
            <a:r>
              <a:rPr lang="en-US" sz="3200" dirty="0">
                <a:latin typeface="Agency FB" panose="020B0503020202020204" pitchFamily="34" charset="0"/>
              </a:rPr>
              <a:t> </a:t>
            </a:r>
            <a:r>
              <a:rPr lang="en-US" sz="3200" dirty="0" err="1">
                <a:latin typeface="Agency FB" panose="020B0503020202020204" pitchFamily="34" charset="0"/>
              </a:rPr>
              <a:t>a.c</a:t>
            </a:r>
            <a:r>
              <a:rPr lang="en-US" sz="3200" dirty="0">
                <a:latin typeface="Agency FB" panose="020B0503020202020204" pitchFamily="34" charset="0"/>
              </a:rPr>
              <a:t> , 2</a:t>
            </a:r>
            <a:r>
              <a:rPr lang="en-US" sz="3200" baseline="30000" dirty="0">
                <a:latin typeface="Agency FB" panose="020B0503020202020204" pitchFamily="34" charset="0"/>
              </a:rPr>
              <a:t>nd</a:t>
            </a:r>
            <a:r>
              <a:rPr lang="en-US" sz="3200" dirty="0">
                <a:latin typeface="Agency FB" panose="020B0503020202020204" pitchFamily="34" charset="0"/>
              </a:rPr>
              <a:t> </a:t>
            </a:r>
            <a:r>
              <a:rPr lang="en-US" sz="3200" dirty="0" err="1">
                <a:latin typeface="Agency FB" panose="020B0503020202020204" pitchFamily="34" charset="0"/>
              </a:rPr>
              <a:t>a.c</a:t>
            </a:r>
            <a:r>
              <a:rPr lang="en-US" sz="3200" dirty="0">
                <a:latin typeface="Agency FB" panose="020B0503020202020204" pitchFamily="34" charset="0"/>
              </a:rPr>
              <a:t>, 3</a:t>
            </a:r>
            <a:r>
              <a:rPr lang="en-US" sz="3200" baseline="30000" dirty="0">
                <a:latin typeface="Agency FB" panose="020B0503020202020204" pitchFamily="34" charset="0"/>
              </a:rPr>
              <a:t>rd</a:t>
            </a:r>
            <a:r>
              <a:rPr lang="en-US" sz="3200" dirty="0">
                <a:latin typeface="Agency FB" panose="020B0503020202020204" pitchFamily="34" charset="0"/>
              </a:rPr>
              <a:t> </a:t>
            </a:r>
            <a:r>
              <a:rPr lang="en-US" sz="3200" dirty="0" err="1">
                <a:latin typeface="Agency FB" panose="020B0503020202020204" pitchFamily="34" charset="0"/>
              </a:rPr>
              <a:t>a.c</a:t>
            </a:r>
            <a:r>
              <a:rPr lang="en-US" sz="3200" dirty="0">
                <a:latin typeface="Agency FB" panose="020B0503020202020204" pitchFamily="34" charset="0"/>
              </a:rPr>
              <a:t> </a:t>
            </a:r>
            <a:r>
              <a:rPr lang="en-US" sz="3200" dirty="0" err="1">
                <a:latin typeface="Agency FB" panose="020B0503020202020204" pitchFamily="34" charset="0"/>
              </a:rPr>
              <a:t>etc</a:t>
            </a:r>
            <a:r>
              <a:rPr lang="en-US" sz="3200" dirty="0">
                <a:latin typeface="Agency FB" panose="020B0503020202020204" pitchFamily="34" charset="0"/>
              </a:rPr>
              <a:t> in ticket</a:t>
            </a:r>
            <a:br>
              <a:rPr lang="en-US" sz="3200" dirty="0">
                <a:latin typeface="Agency FB" panose="020B0503020202020204" pitchFamily="34" charset="0"/>
              </a:rPr>
            </a:br>
            <a:r>
              <a:rPr lang="en-US" sz="3200" dirty="0">
                <a:latin typeface="Agency FB" panose="020B0503020202020204" pitchFamily="34" charset="0"/>
              </a:rPr>
              <a:t>5)introduce time of departure and time of arrival also in ticket</a:t>
            </a:r>
            <a:br>
              <a:rPr lang="en-US" sz="3200" dirty="0">
                <a:latin typeface="Agency FB" panose="020B0503020202020204" pitchFamily="34" charset="0"/>
              </a:rPr>
            </a:br>
            <a:r>
              <a:rPr lang="en-US" sz="3200" dirty="0">
                <a:latin typeface="Agency FB" panose="020B0503020202020204" pitchFamily="34" charset="0"/>
              </a:rPr>
              <a:t>6)introduce distance of destination from boarding station</a:t>
            </a:r>
            <a:br>
              <a:rPr lang="en-US" sz="3200" dirty="0">
                <a:latin typeface="Agency FB" panose="020B0503020202020204" pitchFamily="34" charset="0"/>
              </a:rPr>
            </a:br>
            <a:r>
              <a:rPr lang="en-US" sz="3200" dirty="0">
                <a:latin typeface="Agency FB" panose="020B0503020202020204" pitchFamily="34" charset="0"/>
              </a:rPr>
              <a:t>7)Introduce user authentication</a:t>
            </a:r>
            <a:br>
              <a:rPr lang="en-US" sz="3200" dirty="0">
                <a:latin typeface="Agency FB" panose="020B0503020202020204" pitchFamily="34" charset="0"/>
              </a:rPr>
            </a:br>
            <a:br>
              <a:rPr lang="en-US" sz="3200" dirty="0">
                <a:latin typeface="Agency FB" panose="020B0503020202020204" pitchFamily="34" charset="0"/>
              </a:rPr>
            </a:br>
            <a:r>
              <a:rPr lang="en-US" sz="3200" dirty="0">
                <a:solidFill>
                  <a:srgbClr val="92D050"/>
                </a:solidFill>
                <a:latin typeface="Agency FB" panose="020B0503020202020204" pitchFamily="34" charset="0"/>
              </a:rPr>
              <a:t>REFERENCES:</a:t>
            </a:r>
            <a:br>
              <a:rPr lang="en-US" sz="3200" dirty="0">
                <a:latin typeface="Agency FB" panose="020B0503020202020204" pitchFamily="34" charset="0"/>
              </a:rPr>
            </a:br>
            <a:r>
              <a:rPr lang="en-US" sz="3200" dirty="0">
                <a:latin typeface="Agency FB" panose="020B0503020202020204" pitchFamily="34" charset="0"/>
              </a:rPr>
              <a:t>1)Class Notes</a:t>
            </a:r>
            <a:endParaRPr lang="en-IN" dirty="0">
              <a:latin typeface="Agency FB" panose="020B0503020202020204" pitchFamily="34" charset="0"/>
            </a:endParaRPr>
          </a:p>
        </p:txBody>
      </p:sp>
    </p:spTree>
    <p:extLst>
      <p:ext uri="{BB962C8B-B14F-4D97-AF65-F5344CB8AC3E}">
        <p14:creationId xmlns:p14="http://schemas.microsoft.com/office/powerpoint/2010/main" val="5698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3447-16E6-F36C-1500-539EF2DD614B}"/>
              </a:ext>
            </a:extLst>
          </p:cNvPr>
          <p:cNvSpPr>
            <a:spLocks noGrp="1"/>
          </p:cNvSpPr>
          <p:nvPr>
            <p:ph type="title"/>
          </p:nvPr>
        </p:nvSpPr>
        <p:spPr>
          <a:xfrm>
            <a:off x="254210" y="54757"/>
            <a:ext cx="10835185" cy="1325563"/>
          </a:xfrm>
        </p:spPr>
        <p:txBody>
          <a:bodyPr/>
          <a:lstStyle/>
          <a:p>
            <a:r>
              <a:rPr lang="en-US" dirty="0">
                <a:solidFill>
                  <a:srgbClr val="92D050"/>
                </a:solidFill>
                <a:latin typeface="Agency FB" panose="020B0503020202020204" pitchFamily="34" charset="0"/>
              </a:rPr>
              <a:t>APPENDIX</a:t>
            </a:r>
            <a:endParaRPr lang="en-IN" dirty="0">
              <a:solidFill>
                <a:srgbClr val="92D050"/>
              </a:solidFill>
              <a:latin typeface="Agency FB" panose="020B0503020202020204" pitchFamily="34" charset="0"/>
            </a:endParaRPr>
          </a:p>
        </p:txBody>
      </p:sp>
      <p:pic>
        <p:nvPicPr>
          <p:cNvPr id="18" name="Picture 17">
            <a:extLst>
              <a:ext uri="{FF2B5EF4-FFF2-40B4-BE49-F238E27FC236}">
                <a16:creationId xmlns:a16="http://schemas.microsoft.com/office/drawing/2014/main" id="{5B27636C-FCF4-9867-52B7-4FC859BFD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6500"/>
            <a:ext cx="12191999" cy="5596743"/>
          </a:xfrm>
          <a:prstGeom prst="rect">
            <a:avLst/>
          </a:prstGeom>
        </p:spPr>
      </p:pic>
    </p:spTree>
    <p:extLst>
      <p:ext uri="{BB962C8B-B14F-4D97-AF65-F5344CB8AC3E}">
        <p14:creationId xmlns:p14="http://schemas.microsoft.com/office/powerpoint/2010/main" val="2227882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0D51E-E4C2-1920-E508-16D07C969F92}"/>
              </a:ext>
            </a:extLst>
          </p:cNvPr>
          <p:cNvSpPr>
            <a:spLocks noGrp="1"/>
          </p:cNvSpPr>
          <p:nvPr>
            <p:ph type="title"/>
          </p:nvPr>
        </p:nvSpPr>
        <p:spPr/>
        <p:txBody>
          <a:bodyPr/>
          <a:lstStyle/>
          <a:p>
            <a:r>
              <a:rPr lang="en-US" dirty="0">
                <a:solidFill>
                  <a:schemeClr val="accent6"/>
                </a:solidFill>
                <a:latin typeface="Agency FB" panose="020B0503020202020204" pitchFamily="34" charset="0"/>
              </a:rPr>
              <a:t>APPENDIX</a:t>
            </a:r>
            <a:endParaRPr lang="en-IN" dirty="0">
              <a:solidFill>
                <a:schemeClr val="accent6"/>
              </a:solidFill>
              <a:latin typeface="Agency FB" panose="020B0503020202020204" pitchFamily="34" charset="0"/>
            </a:endParaRPr>
          </a:p>
        </p:txBody>
      </p:sp>
      <p:pic>
        <p:nvPicPr>
          <p:cNvPr id="4" name="Picture 3">
            <a:extLst>
              <a:ext uri="{FF2B5EF4-FFF2-40B4-BE49-F238E27FC236}">
                <a16:creationId xmlns:a16="http://schemas.microsoft.com/office/drawing/2014/main" id="{964A5C55-C617-38F7-881B-1FADDD7D2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308100"/>
            <a:ext cx="12192000" cy="5651499"/>
          </a:xfrm>
          <a:prstGeom prst="rect">
            <a:avLst/>
          </a:prstGeom>
        </p:spPr>
      </p:pic>
    </p:spTree>
    <p:extLst>
      <p:ext uri="{BB962C8B-B14F-4D97-AF65-F5344CB8AC3E}">
        <p14:creationId xmlns:p14="http://schemas.microsoft.com/office/powerpoint/2010/main" val="2627908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29CE6-1B51-DA9C-22D4-E6B83BE4237F}"/>
              </a:ext>
            </a:extLst>
          </p:cNvPr>
          <p:cNvSpPr>
            <a:spLocks noGrp="1"/>
          </p:cNvSpPr>
          <p:nvPr>
            <p:ph type="title"/>
          </p:nvPr>
        </p:nvSpPr>
        <p:spPr>
          <a:xfrm>
            <a:off x="320408" y="0"/>
            <a:ext cx="10515600" cy="1325563"/>
          </a:xfrm>
        </p:spPr>
        <p:txBody>
          <a:bodyPr/>
          <a:lstStyle/>
          <a:p>
            <a:r>
              <a:rPr lang="en-US" dirty="0">
                <a:solidFill>
                  <a:srgbClr val="92D050"/>
                </a:solidFill>
                <a:latin typeface="Agency FB" panose="020B0503020202020204" pitchFamily="34" charset="0"/>
              </a:rPr>
              <a:t>APPENDIX</a:t>
            </a:r>
            <a:endParaRPr lang="en-IN" dirty="0">
              <a:solidFill>
                <a:srgbClr val="92D050"/>
              </a:solidFill>
              <a:latin typeface="Agency FB" panose="020B0503020202020204" pitchFamily="34" charset="0"/>
            </a:endParaRPr>
          </a:p>
        </p:txBody>
      </p:sp>
      <p:pic>
        <p:nvPicPr>
          <p:cNvPr id="8" name="Picture 7">
            <a:extLst>
              <a:ext uri="{FF2B5EF4-FFF2-40B4-BE49-F238E27FC236}">
                <a16:creationId xmlns:a16="http://schemas.microsoft.com/office/drawing/2014/main" id="{120899A7-E539-154F-1113-B3F544B54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7544"/>
            <a:ext cx="12306299" cy="6033655"/>
          </a:xfrm>
          <a:prstGeom prst="rect">
            <a:avLst/>
          </a:prstGeom>
        </p:spPr>
      </p:pic>
    </p:spTree>
    <p:extLst>
      <p:ext uri="{BB962C8B-B14F-4D97-AF65-F5344CB8AC3E}">
        <p14:creationId xmlns:p14="http://schemas.microsoft.com/office/powerpoint/2010/main" val="3529683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3F97-F094-707F-1D82-12CA2972BDC3}"/>
              </a:ext>
            </a:extLst>
          </p:cNvPr>
          <p:cNvSpPr>
            <a:spLocks noGrp="1"/>
          </p:cNvSpPr>
          <p:nvPr>
            <p:ph type="title"/>
          </p:nvPr>
        </p:nvSpPr>
        <p:spPr>
          <a:xfrm>
            <a:off x="165100" y="0"/>
            <a:ext cx="10515600" cy="1325563"/>
          </a:xfrm>
        </p:spPr>
        <p:txBody>
          <a:bodyPr/>
          <a:lstStyle/>
          <a:p>
            <a:r>
              <a:rPr lang="en-US" dirty="0">
                <a:solidFill>
                  <a:srgbClr val="92D050"/>
                </a:solidFill>
                <a:latin typeface="Agency FB" panose="020B0503020202020204" pitchFamily="34" charset="0"/>
              </a:rPr>
              <a:t>APPENDIX</a:t>
            </a:r>
            <a:endParaRPr lang="en-IN" dirty="0">
              <a:solidFill>
                <a:srgbClr val="92D050"/>
              </a:solidFill>
              <a:latin typeface="Agency FB" panose="020B0503020202020204" pitchFamily="34" charset="0"/>
            </a:endParaRPr>
          </a:p>
        </p:txBody>
      </p:sp>
      <p:pic>
        <p:nvPicPr>
          <p:cNvPr id="4" name="Picture 3">
            <a:extLst>
              <a:ext uri="{FF2B5EF4-FFF2-40B4-BE49-F238E27FC236}">
                <a16:creationId xmlns:a16="http://schemas.microsoft.com/office/drawing/2014/main" id="{9D598FD2-B7F4-BBE0-BD11-18D7E0341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79" y="1460738"/>
            <a:ext cx="12158321" cy="5267960"/>
          </a:xfrm>
          <a:prstGeom prst="rect">
            <a:avLst/>
          </a:prstGeom>
        </p:spPr>
      </p:pic>
    </p:spTree>
    <p:extLst>
      <p:ext uri="{BB962C8B-B14F-4D97-AF65-F5344CB8AC3E}">
        <p14:creationId xmlns:p14="http://schemas.microsoft.com/office/powerpoint/2010/main" val="3160850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DDC2-8A6D-41BD-011C-AD1082480361}"/>
              </a:ext>
            </a:extLst>
          </p:cNvPr>
          <p:cNvSpPr>
            <a:spLocks noGrp="1"/>
          </p:cNvSpPr>
          <p:nvPr>
            <p:ph type="title"/>
          </p:nvPr>
        </p:nvSpPr>
        <p:spPr>
          <a:xfrm>
            <a:off x="177188" y="0"/>
            <a:ext cx="10515600" cy="1325563"/>
          </a:xfrm>
        </p:spPr>
        <p:txBody>
          <a:bodyPr/>
          <a:lstStyle/>
          <a:p>
            <a:r>
              <a:rPr lang="en-US" dirty="0">
                <a:solidFill>
                  <a:srgbClr val="92D050"/>
                </a:solidFill>
                <a:latin typeface="Agency FB" panose="020B0503020202020204" pitchFamily="34" charset="0"/>
              </a:rPr>
              <a:t>APPENDIX</a:t>
            </a:r>
            <a:endParaRPr lang="en-IN" dirty="0">
              <a:solidFill>
                <a:srgbClr val="92D050"/>
              </a:solidFill>
              <a:latin typeface="Agency FB" panose="020B0503020202020204" pitchFamily="34" charset="0"/>
            </a:endParaRPr>
          </a:p>
        </p:txBody>
      </p:sp>
      <p:pic>
        <p:nvPicPr>
          <p:cNvPr id="5" name="Picture 4">
            <a:extLst>
              <a:ext uri="{FF2B5EF4-FFF2-40B4-BE49-F238E27FC236}">
                <a16:creationId xmlns:a16="http://schemas.microsoft.com/office/drawing/2014/main" id="{A665F424-8A30-70D7-68B3-4F4E71EB3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188" y="1018458"/>
            <a:ext cx="11430612" cy="5663210"/>
          </a:xfrm>
          <a:prstGeom prst="rect">
            <a:avLst/>
          </a:prstGeom>
        </p:spPr>
      </p:pic>
    </p:spTree>
    <p:extLst>
      <p:ext uri="{BB962C8B-B14F-4D97-AF65-F5344CB8AC3E}">
        <p14:creationId xmlns:p14="http://schemas.microsoft.com/office/powerpoint/2010/main" val="3733828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TotalTime>
  <Words>956</Words>
  <Application>Microsoft Office PowerPoint</Application>
  <PresentationFormat>Widescreen</PresentationFormat>
  <Paragraphs>77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Agency FB</vt:lpstr>
      <vt:lpstr>Arial</vt:lpstr>
      <vt:lpstr>Calibri</vt:lpstr>
      <vt:lpstr>Calibri Light</vt:lpstr>
      <vt:lpstr>Office Theme</vt:lpstr>
      <vt:lpstr>PROJECT TOPIC:</vt:lpstr>
      <vt:lpstr>PowerPoint Presentation</vt:lpstr>
      <vt:lpstr>INTRODUCTION:</vt:lpstr>
      <vt:lpstr>ABSTRACT:</vt:lpstr>
      <vt:lpstr>Problem Definition</vt:lpstr>
      <vt:lpstr>SYSTEM DESIGN</vt:lpstr>
      <vt:lpstr>SYSTEM DESIGN</vt:lpstr>
      <vt:lpstr>IMPLEMENTATION DETAILS</vt:lpstr>
      <vt:lpstr>PowerPoint Presentation</vt:lpstr>
      <vt:lpstr>6) If choice is 1(book ticket) call ticket booking(&amp;p); to collect all passenger’s details if request tickets are less than equal to seats(tickets&lt;=seats); *seats=seats-p.no of tickets  *total_fare=p.no of tickets*tickets price;  print booking  confirmation and passenger’s details.  *else if requested tickets&lt;=seats + waiting list  *tickets in waiting=p.no of tickets-seats  waiting list-=tickets in waiting  *seats=0;  *print waiting list message  else; print no tickets availabilty message   </vt:lpstr>
      <vt:lpstr>7) Case 2: If choice is 2: print available seats and waiting list count  8) If choice is 3: ask user to how many tickets he/she wants to cancel  *seats-=cancel tickets *print updated seats.  9)If choice is 4: print thank you message Exit lop  10) end</vt:lpstr>
      <vt:lpstr>TESTING &amp; RESULTS Test Case Examples: 1) Valid booking , seats available -: Ticket Generated 2) Seats not available : Added to waiting list     </vt:lpstr>
      <vt:lpstr>3) EXECUTION SCREENSHOT</vt:lpstr>
      <vt:lpstr>EXCUETION SCREENSHOT</vt:lpstr>
      <vt:lpstr>CONCLUSION: The train ticket reservation system code suceessfully performs booking my tracking passenger’s inputs ,caluclates fare and generated ticket in printed format   FUTURE ENHANCEMENTS: 1)Add real time database storage 2)Include details for passenger of each ticket 3)Add features of showing passenger’s  seat n.o and his compartment 4)Introduce multiple train classes like general ,1st a.c , 2nd a.c, 3rd a.c etc in ticket 5)introduce time of departure and time of arrival also in ticket 6)introduce distance of destination from boarding station 7)Introduce user authentication  REFERENCES: 1)Class Notes</vt:lpstr>
      <vt:lpstr>APPENDIX</vt:lpstr>
      <vt:lpstr>APPENDIX</vt:lpstr>
      <vt:lpstr>APPENDIX</vt:lpstr>
      <vt:lpstr>APPENDIX</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Satyam Singh</dc:creator>
  <cp:lastModifiedBy>Satyam Singh</cp:lastModifiedBy>
  <cp:revision>2</cp:revision>
  <dcterms:created xsi:type="dcterms:W3CDTF">2025-11-20T14:16:19Z</dcterms:created>
  <dcterms:modified xsi:type="dcterms:W3CDTF">2025-11-30T06:55:30Z</dcterms:modified>
</cp:coreProperties>
</file>